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83" r:id="rId5"/>
    <p:sldId id="273" r:id="rId6"/>
    <p:sldId id="265" r:id="rId7"/>
    <p:sldId id="266" r:id="rId8"/>
    <p:sldId id="268" r:id="rId9"/>
    <p:sldId id="271" r:id="rId10"/>
    <p:sldId id="284" r:id="rId11"/>
    <p:sldId id="285" r:id="rId12"/>
    <p:sldId id="278" r:id="rId13"/>
    <p:sldId id="279" r:id="rId14"/>
    <p:sldId id="282" r:id="rId15"/>
    <p:sldId id="280" r:id="rId16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2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D76EC-407D-4FA1-9B08-E03B687F81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2695857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0295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840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21" Type="http://schemas.openxmlformats.org/officeDocument/2006/relationships/tags" Target="../tags/tag23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image" Target="../media/image1.tmp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tags" Target="../tags/tag42.xml"/><Relationship Id="rId3" Type="http://schemas.openxmlformats.org/officeDocument/2006/relationships/tags" Target="../tags/tag27.xml"/><Relationship Id="rId21" Type="http://schemas.openxmlformats.org/officeDocument/2006/relationships/tags" Target="../tags/tag45.xml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tags" Target="../tags/tag41.xml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tags" Target="../tags/tag44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.tmp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34.xml"/><Relationship Id="rId19" Type="http://schemas.openxmlformats.org/officeDocument/2006/relationships/tags" Target="../tags/tag43.xml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tags" Target="../tags/tag4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tags" Target="../tags/tag64.xml"/><Relationship Id="rId3" Type="http://schemas.openxmlformats.org/officeDocument/2006/relationships/tags" Target="../tags/tag49.xml"/><Relationship Id="rId21" Type="http://schemas.openxmlformats.org/officeDocument/2006/relationships/tags" Target="../tags/tag67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20" Type="http://schemas.openxmlformats.org/officeDocument/2006/relationships/tags" Target="../tags/tag66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24" Type="http://schemas.openxmlformats.org/officeDocument/2006/relationships/image" Target="../media/image1.tmp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56.xml"/><Relationship Id="rId19" Type="http://schemas.openxmlformats.org/officeDocument/2006/relationships/tags" Target="../tags/tag65.xml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Relationship Id="rId22" Type="http://schemas.openxmlformats.org/officeDocument/2006/relationships/tags" Target="../tags/tag6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tags" Target="../tags/tag86.xml"/><Relationship Id="rId3" Type="http://schemas.openxmlformats.org/officeDocument/2006/relationships/tags" Target="../tags/tag71.xml"/><Relationship Id="rId21" Type="http://schemas.openxmlformats.org/officeDocument/2006/relationships/tags" Target="../tags/tag89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20" Type="http://schemas.openxmlformats.org/officeDocument/2006/relationships/tags" Target="../tags/tag88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24" Type="http://schemas.openxmlformats.org/officeDocument/2006/relationships/image" Target="../media/image1.tmp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78.xml"/><Relationship Id="rId19" Type="http://schemas.openxmlformats.org/officeDocument/2006/relationships/tags" Target="../tags/tag87.xml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Relationship Id="rId22" Type="http://schemas.openxmlformats.org/officeDocument/2006/relationships/tags" Target="../tags/tag9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13" Type="http://schemas.openxmlformats.org/officeDocument/2006/relationships/tags" Target="../tags/tag103.xml"/><Relationship Id="rId18" Type="http://schemas.openxmlformats.org/officeDocument/2006/relationships/tags" Target="../tags/tag108.xml"/><Relationship Id="rId3" Type="http://schemas.openxmlformats.org/officeDocument/2006/relationships/tags" Target="../tags/tag93.xml"/><Relationship Id="rId21" Type="http://schemas.openxmlformats.org/officeDocument/2006/relationships/tags" Target="../tags/tag111.xml"/><Relationship Id="rId7" Type="http://schemas.openxmlformats.org/officeDocument/2006/relationships/tags" Target="../tags/tag97.xml"/><Relationship Id="rId12" Type="http://schemas.openxmlformats.org/officeDocument/2006/relationships/tags" Target="../tags/tag102.xml"/><Relationship Id="rId17" Type="http://schemas.openxmlformats.org/officeDocument/2006/relationships/tags" Target="../tags/tag107.xml"/><Relationship Id="rId2" Type="http://schemas.openxmlformats.org/officeDocument/2006/relationships/tags" Target="../tags/tag92.xml"/><Relationship Id="rId16" Type="http://schemas.openxmlformats.org/officeDocument/2006/relationships/tags" Target="../tags/tag106.xml"/><Relationship Id="rId20" Type="http://schemas.openxmlformats.org/officeDocument/2006/relationships/tags" Target="../tags/tag110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tags" Target="../tags/tag101.xml"/><Relationship Id="rId24" Type="http://schemas.openxmlformats.org/officeDocument/2006/relationships/image" Target="../media/image1.tmp"/><Relationship Id="rId5" Type="http://schemas.openxmlformats.org/officeDocument/2006/relationships/tags" Target="../tags/tag95.xml"/><Relationship Id="rId15" Type="http://schemas.openxmlformats.org/officeDocument/2006/relationships/tags" Target="../tags/tag10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00.xml"/><Relationship Id="rId19" Type="http://schemas.openxmlformats.org/officeDocument/2006/relationships/tags" Target="../tags/tag109.xml"/><Relationship Id="rId4" Type="http://schemas.openxmlformats.org/officeDocument/2006/relationships/tags" Target="../tags/tag94.xml"/><Relationship Id="rId9" Type="http://schemas.openxmlformats.org/officeDocument/2006/relationships/tags" Target="../tags/tag99.xml"/><Relationship Id="rId14" Type="http://schemas.openxmlformats.org/officeDocument/2006/relationships/tags" Target="../tags/tag104.xml"/><Relationship Id="rId22" Type="http://schemas.openxmlformats.org/officeDocument/2006/relationships/tags" Target="../tags/tag1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tags" Target="../tags/tag125.xml"/><Relationship Id="rId18" Type="http://schemas.openxmlformats.org/officeDocument/2006/relationships/tags" Target="../tags/tag130.xml"/><Relationship Id="rId3" Type="http://schemas.openxmlformats.org/officeDocument/2006/relationships/tags" Target="../tags/tag115.xml"/><Relationship Id="rId21" Type="http://schemas.openxmlformats.org/officeDocument/2006/relationships/tags" Target="../tags/tag133.xml"/><Relationship Id="rId7" Type="http://schemas.openxmlformats.org/officeDocument/2006/relationships/tags" Target="../tags/tag119.xml"/><Relationship Id="rId12" Type="http://schemas.openxmlformats.org/officeDocument/2006/relationships/tags" Target="../tags/tag124.xml"/><Relationship Id="rId17" Type="http://schemas.openxmlformats.org/officeDocument/2006/relationships/tags" Target="../tags/tag129.xml"/><Relationship Id="rId2" Type="http://schemas.openxmlformats.org/officeDocument/2006/relationships/tags" Target="../tags/tag114.xml"/><Relationship Id="rId16" Type="http://schemas.openxmlformats.org/officeDocument/2006/relationships/tags" Target="../tags/tag128.xml"/><Relationship Id="rId20" Type="http://schemas.openxmlformats.org/officeDocument/2006/relationships/tags" Target="../tags/tag132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tags" Target="../tags/tag123.xml"/><Relationship Id="rId24" Type="http://schemas.openxmlformats.org/officeDocument/2006/relationships/image" Target="../media/image1.tmp"/><Relationship Id="rId5" Type="http://schemas.openxmlformats.org/officeDocument/2006/relationships/tags" Target="../tags/tag117.xml"/><Relationship Id="rId15" Type="http://schemas.openxmlformats.org/officeDocument/2006/relationships/tags" Target="../tags/tag127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22.xml"/><Relationship Id="rId19" Type="http://schemas.openxmlformats.org/officeDocument/2006/relationships/tags" Target="../tags/tag131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tags" Target="../tags/tag126.xml"/><Relationship Id="rId22" Type="http://schemas.openxmlformats.org/officeDocument/2006/relationships/tags" Target="../tags/tag13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42.xml"/><Relationship Id="rId13" Type="http://schemas.openxmlformats.org/officeDocument/2006/relationships/tags" Target="../tags/tag147.xml"/><Relationship Id="rId18" Type="http://schemas.openxmlformats.org/officeDocument/2006/relationships/tags" Target="../tags/tag152.xml"/><Relationship Id="rId3" Type="http://schemas.openxmlformats.org/officeDocument/2006/relationships/tags" Target="../tags/tag137.xml"/><Relationship Id="rId21" Type="http://schemas.openxmlformats.org/officeDocument/2006/relationships/tags" Target="../tags/tag155.xml"/><Relationship Id="rId7" Type="http://schemas.openxmlformats.org/officeDocument/2006/relationships/tags" Target="../tags/tag141.xml"/><Relationship Id="rId12" Type="http://schemas.openxmlformats.org/officeDocument/2006/relationships/tags" Target="../tags/tag146.xml"/><Relationship Id="rId17" Type="http://schemas.openxmlformats.org/officeDocument/2006/relationships/tags" Target="../tags/tag151.xml"/><Relationship Id="rId2" Type="http://schemas.openxmlformats.org/officeDocument/2006/relationships/tags" Target="../tags/tag136.xml"/><Relationship Id="rId16" Type="http://schemas.openxmlformats.org/officeDocument/2006/relationships/tags" Target="../tags/tag150.xml"/><Relationship Id="rId20" Type="http://schemas.openxmlformats.org/officeDocument/2006/relationships/tags" Target="../tags/tag154.xml"/><Relationship Id="rId1" Type="http://schemas.openxmlformats.org/officeDocument/2006/relationships/tags" Target="../tags/tag135.xml"/><Relationship Id="rId6" Type="http://schemas.openxmlformats.org/officeDocument/2006/relationships/tags" Target="../tags/tag140.xml"/><Relationship Id="rId11" Type="http://schemas.openxmlformats.org/officeDocument/2006/relationships/tags" Target="../tags/tag145.xml"/><Relationship Id="rId24" Type="http://schemas.openxmlformats.org/officeDocument/2006/relationships/image" Target="../media/image1.tmp"/><Relationship Id="rId5" Type="http://schemas.openxmlformats.org/officeDocument/2006/relationships/tags" Target="../tags/tag139.xml"/><Relationship Id="rId15" Type="http://schemas.openxmlformats.org/officeDocument/2006/relationships/tags" Target="../tags/tag149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44.xml"/><Relationship Id="rId19" Type="http://schemas.openxmlformats.org/officeDocument/2006/relationships/tags" Target="../tags/tag153.xml"/><Relationship Id="rId4" Type="http://schemas.openxmlformats.org/officeDocument/2006/relationships/tags" Target="../tags/tag138.xml"/><Relationship Id="rId9" Type="http://schemas.openxmlformats.org/officeDocument/2006/relationships/tags" Target="../tags/tag143.xml"/><Relationship Id="rId14" Type="http://schemas.openxmlformats.org/officeDocument/2006/relationships/tags" Target="../tags/tag148.xml"/><Relationship Id="rId22" Type="http://schemas.openxmlformats.org/officeDocument/2006/relationships/tags" Target="../tags/tag15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tags" Target="../tags/tag169.xml"/><Relationship Id="rId18" Type="http://schemas.openxmlformats.org/officeDocument/2006/relationships/tags" Target="../tags/tag174.xml"/><Relationship Id="rId3" Type="http://schemas.openxmlformats.org/officeDocument/2006/relationships/tags" Target="../tags/tag159.xml"/><Relationship Id="rId21" Type="http://schemas.openxmlformats.org/officeDocument/2006/relationships/tags" Target="../tags/tag177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20" Type="http://schemas.openxmlformats.org/officeDocument/2006/relationships/tags" Target="../tags/tag176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24" Type="http://schemas.openxmlformats.org/officeDocument/2006/relationships/image" Target="../media/image1.tmp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66.xml"/><Relationship Id="rId19" Type="http://schemas.openxmlformats.org/officeDocument/2006/relationships/tags" Target="../tags/tag175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Relationship Id="rId22" Type="http://schemas.openxmlformats.org/officeDocument/2006/relationships/tags" Target="../tags/tag17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86.xml"/><Relationship Id="rId13" Type="http://schemas.openxmlformats.org/officeDocument/2006/relationships/tags" Target="../tags/tag191.xml"/><Relationship Id="rId18" Type="http://schemas.openxmlformats.org/officeDocument/2006/relationships/tags" Target="../tags/tag196.xml"/><Relationship Id="rId3" Type="http://schemas.openxmlformats.org/officeDocument/2006/relationships/tags" Target="../tags/tag181.xml"/><Relationship Id="rId21" Type="http://schemas.openxmlformats.org/officeDocument/2006/relationships/tags" Target="../tags/tag199.xml"/><Relationship Id="rId7" Type="http://schemas.openxmlformats.org/officeDocument/2006/relationships/tags" Target="../tags/tag185.xml"/><Relationship Id="rId12" Type="http://schemas.openxmlformats.org/officeDocument/2006/relationships/tags" Target="../tags/tag190.xml"/><Relationship Id="rId17" Type="http://schemas.openxmlformats.org/officeDocument/2006/relationships/tags" Target="../tags/tag195.xml"/><Relationship Id="rId2" Type="http://schemas.openxmlformats.org/officeDocument/2006/relationships/tags" Target="../tags/tag180.xml"/><Relationship Id="rId16" Type="http://schemas.openxmlformats.org/officeDocument/2006/relationships/tags" Target="../tags/tag194.xml"/><Relationship Id="rId20" Type="http://schemas.openxmlformats.org/officeDocument/2006/relationships/tags" Target="../tags/tag198.xml"/><Relationship Id="rId1" Type="http://schemas.openxmlformats.org/officeDocument/2006/relationships/tags" Target="../tags/tag179.xml"/><Relationship Id="rId6" Type="http://schemas.openxmlformats.org/officeDocument/2006/relationships/tags" Target="../tags/tag184.xml"/><Relationship Id="rId11" Type="http://schemas.openxmlformats.org/officeDocument/2006/relationships/tags" Target="../tags/tag189.xml"/><Relationship Id="rId24" Type="http://schemas.openxmlformats.org/officeDocument/2006/relationships/image" Target="../media/image1.tmp"/><Relationship Id="rId5" Type="http://schemas.openxmlformats.org/officeDocument/2006/relationships/tags" Target="../tags/tag183.xml"/><Relationship Id="rId15" Type="http://schemas.openxmlformats.org/officeDocument/2006/relationships/tags" Target="../tags/tag193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188.xml"/><Relationship Id="rId19" Type="http://schemas.openxmlformats.org/officeDocument/2006/relationships/tags" Target="../tags/tag197.xml"/><Relationship Id="rId4" Type="http://schemas.openxmlformats.org/officeDocument/2006/relationships/tags" Target="../tags/tag182.xml"/><Relationship Id="rId9" Type="http://schemas.openxmlformats.org/officeDocument/2006/relationships/tags" Target="../tags/tag187.xml"/><Relationship Id="rId14" Type="http://schemas.openxmlformats.org/officeDocument/2006/relationships/tags" Target="../tags/tag192.xml"/><Relationship Id="rId22" Type="http://schemas.openxmlformats.org/officeDocument/2006/relationships/tags" Target="../tags/tag20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18" Type="http://schemas.openxmlformats.org/officeDocument/2006/relationships/tags" Target="../tags/tag218.xml"/><Relationship Id="rId3" Type="http://schemas.openxmlformats.org/officeDocument/2006/relationships/tags" Target="../tags/tag203.xml"/><Relationship Id="rId21" Type="http://schemas.openxmlformats.org/officeDocument/2006/relationships/tags" Target="../tags/tag221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20" Type="http://schemas.openxmlformats.org/officeDocument/2006/relationships/tags" Target="../tags/tag220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24" Type="http://schemas.openxmlformats.org/officeDocument/2006/relationships/image" Target="../media/image1.tmp"/><Relationship Id="rId5" Type="http://schemas.openxmlformats.org/officeDocument/2006/relationships/tags" Target="../tags/tag205.xml"/><Relationship Id="rId15" Type="http://schemas.openxmlformats.org/officeDocument/2006/relationships/tags" Target="../tags/tag215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210.xml"/><Relationship Id="rId19" Type="http://schemas.openxmlformats.org/officeDocument/2006/relationships/tags" Target="../tags/tag219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Relationship Id="rId22" Type="http://schemas.openxmlformats.org/officeDocument/2006/relationships/tags" Target="../tags/tag22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30.xml"/><Relationship Id="rId3" Type="http://schemas.openxmlformats.org/officeDocument/2006/relationships/tags" Target="../tags/tag225.xml"/><Relationship Id="rId7" Type="http://schemas.openxmlformats.org/officeDocument/2006/relationships/tags" Target="../tags/tag229.xml"/><Relationship Id="rId2" Type="http://schemas.openxmlformats.org/officeDocument/2006/relationships/tags" Target="../tags/tag224.xml"/><Relationship Id="rId1" Type="http://schemas.openxmlformats.org/officeDocument/2006/relationships/tags" Target="../tags/tag223.xml"/><Relationship Id="rId6" Type="http://schemas.openxmlformats.org/officeDocument/2006/relationships/tags" Target="../tags/tag228.xml"/><Relationship Id="rId11" Type="http://schemas.openxmlformats.org/officeDocument/2006/relationships/image" Target="../media/image1.tmp"/><Relationship Id="rId5" Type="http://schemas.openxmlformats.org/officeDocument/2006/relationships/tags" Target="../tags/tag22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26.xml"/><Relationship Id="rId9" Type="http://schemas.openxmlformats.org/officeDocument/2006/relationships/tags" Target="../tags/tag23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39.xml"/><Relationship Id="rId3" Type="http://schemas.openxmlformats.org/officeDocument/2006/relationships/tags" Target="../tags/tag234.xml"/><Relationship Id="rId7" Type="http://schemas.openxmlformats.org/officeDocument/2006/relationships/tags" Target="../tags/tag238.xml"/><Relationship Id="rId2" Type="http://schemas.openxmlformats.org/officeDocument/2006/relationships/tags" Target="../tags/tag233.xml"/><Relationship Id="rId1" Type="http://schemas.openxmlformats.org/officeDocument/2006/relationships/tags" Target="../tags/tag232.xml"/><Relationship Id="rId6" Type="http://schemas.openxmlformats.org/officeDocument/2006/relationships/tags" Target="../tags/tag237.xml"/><Relationship Id="rId11" Type="http://schemas.openxmlformats.org/officeDocument/2006/relationships/image" Target="../media/image1.tmp"/><Relationship Id="rId5" Type="http://schemas.openxmlformats.org/officeDocument/2006/relationships/tags" Target="../tags/tag23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5.xml"/><Relationship Id="rId9" Type="http://schemas.openxmlformats.org/officeDocument/2006/relationships/tags" Target="../tags/tag24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3" Type="http://schemas.openxmlformats.org/officeDocument/2006/relationships/tags" Target="../tags/tag243.xml"/><Relationship Id="rId7" Type="http://schemas.openxmlformats.org/officeDocument/2006/relationships/tags" Target="../tags/tag247.xml"/><Relationship Id="rId2" Type="http://schemas.openxmlformats.org/officeDocument/2006/relationships/tags" Target="../tags/tag242.xml"/><Relationship Id="rId1" Type="http://schemas.openxmlformats.org/officeDocument/2006/relationships/tags" Target="../tags/tag241.xml"/><Relationship Id="rId6" Type="http://schemas.openxmlformats.org/officeDocument/2006/relationships/tags" Target="../tags/tag246.xml"/><Relationship Id="rId11" Type="http://schemas.openxmlformats.org/officeDocument/2006/relationships/image" Target="../media/image1.tmp"/><Relationship Id="rId5" Type="http://schemas.openxmlformats.org/officeDocument/2006/relationships/tags" Target="../tags/tag24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4.xml"/><Relationship Id="rId9" Type="http://schemas.openxmlformats.org/officeDocument/2006/relationships/tags" Target="../tags/tag24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image" Target="../media/image1.tmp"/><Relationship Id="rId5" Type="http://schemas.openxmlformats.org/officeDocument/2006/relationships/tags" Target="../tags/tag25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53.xml"/><Relationship Id="rId9" Type="http://schemas.openxmlformats.org/officeDocument/2006/relationships/tags" Target="../tags/tag2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EB7EFA-A0C9-44DB-BAA9-E31205D4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汇编语言程序设计课堂测试（物联网</a:t>
            </a:r>
            <a:r>
              <a:rPr lang="en-US" altLang="zh-CN" dirty="0"/>
              <a:t>12</a:t>
            </a:r>
            <a:r>
              <a:rPr lang="zh-CN" altLang="en-US" dirty="0"/>
              <a:t>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C5612E-7B2E-422B-9216-294DCEE4F3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100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345F3EF-49F1-44EB-B200-511C942D1A56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467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8C59871-FE85-44D5-B5D0-BC4E6561654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DIV 80H</a:t>
            </a:r>
            <a:r>
              <a:rPr kumimoji="0" lang="zh-CN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宋体" pitchFamily="2" charset="-122"/>
                <a:cs typeface="Times New Roman" pitchFamily="18" charset="0"/>
              </a:rPr>
              <a:t>是否正确</a:t>
            </a:r>
            <a:endParaRPr kumimoji="0" lang="en-US" altLang="zh-CN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5FA1535-8C94-45F5-873D-A665E907E26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E62A491-AC56-4C9D-A90A-224E4FF2263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57BE5BE-1EA5-4DB2-905D-9793111BC6C3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EA64102-179F-41A5-9936-D54F942FFBFF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2B65300-2407-4313-818F-E4B1DE9F44F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8F4149C-44DB-4196-8FE6-936B624CDA2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C8464BF-54AB-468B-B3C8-4FF38F92A26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8FF967B-1009-411A-A23A-4CC66C1E1F0B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1" name="RemarkBack">
              <a:extLst>
                <a:ext uri="{FF2B5EF4-FFF2-40B4-BE49-F238E27FC236}">
                  <a16:creationId xmlns:a16="http://schemas.microsoft.com/office/drawing/2014/main" id="{A3EE2EA4-6F04-4E18-83D2-A925D3C3FB6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Block">
              <a:extLst>
                <a:ext uri="{FF2B5EF4-FFF2-40B4-BE49-F238E27FC236}">
                  <a16:creationId xmlns:a16="http://schemas.microsoft.com/office/drawing/2014/main" id="{4EA728F2-EFDD-4EBF-8114-039D8092FD3F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RemarkTitleText">
              <a:extLst>
                <a:ext uri="{FF2B5EF4-FFF2-40B4-BE49-F238E27FC236}">
                  <a16:creationId xmlns:a16="http://schemas.microsoft.com/office/drawing/2014/main" id="{3D2284C7-C354-46C0-8ABF-9122383BD4B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3AE75ECC-F8B8-4E68-A391-51C4F23C009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markBlock">
            <a:extLst>
              <a:ext uri="{FF2B5EF4-FFF2-40B4-BE49-F238E27FC236}">
                <a16:creationId xmlns:a16="http://schemas.microsoft.com/office/drawing/2014/main" id="{DC39E00C-0AD2-40C6-A0A6-BF0B00268701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markTitleText">
            <a:extLst>
              <a:ext uri="{FF2B5EF4-FFF2-40B4-BE49-F238E27FC236}">
                <a16:creationId xmlns:a16="http://schemas.microsoft.com/office/drawing/2014/main" id="{A40E295A-619F-425A-A47C-61228C161F8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F59FB19-3920-468D-9882-137D66763763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0C38780C-596C-4837-A21B-706A6A125BC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5E824C4D-AFD8-40FA-9C1E-F92B16D0C07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1DA69087-7610-4ECE-9C63-9CFC69B9252E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BDB5A018-22B2-416F-AEE7-DA21DA6B86C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34237A8-C7FE-48EB-8D3C-5B29A60C63F0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38234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DCB49D-7516-4C8B-AD1E-1F80E2EE65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80H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表示压缩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BCD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码，其值为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进制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A4B78D-751A-410F-8011-4C03F571FB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F09840-EC30-4371-9679-18ED0FC9B9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C59E35F-DAAE-4E50-8B99-D59C0201D57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04142E-D51E-4C55-A9C6-930920EA19D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E7932B-72CA-4AFC-8BFB-A4996521F20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95DC9D-CDDA-43B5-A063-0696E9978F8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402B2DB-5A08-4E88-BFAE-27BD14AD0D3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压缩的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BCD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，一个字节可以表示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位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10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进制数。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D6DA8E6-1F9E-4035-99E7-B8C60F2BF649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7422BAEB-AC33-4990-9071-92BC10E2462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A21C152F-2E34-4B62-AB5D-24DBBAEB4D5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D622EC27-C875-4119-AEBA-E39B1C6F308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4" name="RemarkBack">
            <a:extLst>
              <a:ext uri="{FF2B5EF4-FFF2-40B4-BE49-F238E27FC236}">
                <a16:creationId xmlns:a16="http://schemas.microsoft.com/office/drawing/2014/main" id="{C8339E3B-2537-49D9-9C42-3AEAA03AD7E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markBlock">
            <a:extLst>
              <a:ext uri="{FF2B5EF4-FFF2-40B4-BE49-F238E27FC236}">
                <a16:creationId xmlns:a16="http://schemas.microsoft.com/office/drawing/2014/main" id="{43774BDB-E8E1-4413-A39E-E36EE4751A4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08DE1170-6123-44DD-BB00-EB24FE0BE63E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D52C70C-B177-4D23-BC32-80104FC44B37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C758F317-E283-409D-BDB4-CC3ED466160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C354010-7E6C-466C-9738-A578CEDA9BA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03C871ED-9105-4872-B5A3-29F8A078BA4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1F9467B2-564F-4447-B033-57A3A425E7A0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E24F0CA-8657-4E08-B026-E9548EF86164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76509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1DCB49D-7516-4C8B-AD1E-1F80E2EE657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8086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中段地址表示一个段的首地址的高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6A4B78D-751A-410F-8011-4C03F571FBE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9F09840-EC30-4371-9679-18ED0FC9B9F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错误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C59E35F-DAAE-4E50-8B99-D59C0201D57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7004142E-D51E-4C55-A9C6-930920EA19D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E7932B-72CA-4AFC-8BFB-A4996521F208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295DC9D-CDDA-43B5-A063-0696E9978F8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D6DA8E6-1F9E-4035-99E7-B8C60F2BF649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8" name="RemarkBack">
              <a:extLst>
                <a:ext uri="{FF2B5EF4-FFF2-40B4-BE49-F238E27FC236}">
                  <a16:creationId xmlns:a16="http://schemas.microsoft.com/office/drawing/2014/main" id="{7422BAEB-AC33-4990-9071-92BC10E24626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RemarkBlock">
              <a:extLst>
                <a:ext uri="{FF2B5EF4-FFF2-40B4-BE49-F238E27FC236}">
                  <a16:creationId xmlns:a16="http://schemas.microsoft.com/office/drawing/2014/main" id="{A21C152F-2E34-4B62-AB5D-24DBBAEB4D5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TitleText">
              <a:extLst>
                <a:ext uri="{FF2B5EF4-FFF2-40B4-BE49-F238E27FC236}">
                  <a16:creationId xmlns:a16="http://schemas.microsoft.com/office/drawing/2014/main" id="{D622EC27-C875-4119-AEBA-E39B1C6F3086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4" name="RemarkBack">
            <a:extLst>
              <a:ext uri="{FF2B5EF4-FFF2-40B4-BE49-F238E27FC236}">
                <a16:creationId xmlns:a16="http://schemas.microsoft.com/office/drawing/2014/main" id="{C8339E3B-2537-49D9-9C42-3AEAA03AD7E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markBlock">
            <a:extLst>
              <a:ext uri="{FF2B5EF4-FFF2-40B4-BE49-F238E27FC236}">
                <a16:creationId xmlns:a16="http://schemas.microsoft.com/office/drawing/2014/main" id="{43774BDB-E8E1-4413-A39E-E36EE4751A4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08DE1170-6123-44DD-BB00-EB24FE0BE63E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5A786D-EFEA-487C-8BE7-925B16EB134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压缩的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BCD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，一个字节可以表示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2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位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10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进制数。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D52C70C-B177-4D23-BC32-80104FC44B37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C758F317-E283-409D-BDB4-CC3ED466160E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C354010-7E6C-466C-9738-A578CEDA9BA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03C871ED-9105-4872-B5A3-29F8A078BA45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1F9467B2-564F-4447-B033-57A3A425E7A0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E24F0CA-8657-4E08-B026-E9548EF86164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2658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1E0C651-71AB-4C43-BE18-5527DC5ED6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 AX,[AX]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是否正确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7217B12-A973-4403-A1EB-4EEE3A75095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3D3040-AC5A-464D-B2EE-7E0A34158C4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EFF371F5-37A1-48B4-BCD1-7A0802FE5BDF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FE0987A-3C5F-4B57-895B-C879728B1B36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4707E5-1886-4639-9D93-4E824D3C79A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1CB716-10B1-4BB7-97E4-01C25F01E07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1052EB9-848C-4B5A-B3BF-043A5616C591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AX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不能作为内存操作数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BC6076CE-1359-4CA1-8320-8A2E8635DFE2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9" name="RemarkBack">
              <a:extLst>
                <a:ext uri="{FF2B5EF4-FFF2-40B4-BE49-F238E27FC236}">
                  <a16:creationId xmlns:a16="http://schemas.microsoft.com/office/drawing/2014/main" id="{8CE63696-AD50-4FDA-8552-070E60621FB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RemarkBlock">
              <a:extLst>
                <a:ext uri="{FF2B5EF4-FFF2-40B4-BE49-F238E27FC236}">
                  <a16:creationId xmlns:a16="http://schemas.microsoft.com/office/drawing/2014/main" id="{8E578D5A-ED33-4B72-A88D-4914876F89D7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TitleText">
              <a:extLst>
                <a:ext uri="{FF2B5EF4-FFF2-40B4-BE49-F238E27FC236}">
                  <a16:creationId xmlns:a16="http://schemas.microsoft.com/office/drawing/2014/main" id="{95E534D8-5C1F-4480-93DD-D4CA75C80DDB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18" name="RemarkBack">
            <a:extLst>
              <a:ext uri="{FF2B5EF4-FFF2-40B4-BE49-F238E27FC236}">
                <a16:creationId xmlns:a16="http://schemas.microsoft.com/office/drawing/2014/main" id="{3AB34A25-85E7-417F-AC6D-7E69E045FE6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RemarkBlock">
            <a:extLst>
              <a:ext uri="{FF2B5EF4-FFF2-40B4-BE49-F238E27FC236}">
                <a16:creationId xmlns:a16="http://schemas.microsoft.com/office/drawing/2014/main" id="{56C60267-36A0-4623-9142-3CDAD082602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9249C866-FCB8-41FB-B43E-E63B7198C63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E1884DA-D6FA-4782-BB63-7CB839BDD67F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8C44624D-5E5C-46AB-83E4-B682F2F1A195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1A0E566-D5C4-4DAD-9452-9FCBCABDA25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C069AD9-0A5A-43EC-835D-A22CFA31A437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F26D7035-11F5-4DB4-A18A-F9988E98F415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F3B4445-B815-4FF5-BDED-0295EA2911F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35909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914446F-6AD5-49C7-AED1-775D6ECB388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MOV CS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可以设置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D5AFE5-290C-4D21-80C6-6CE5801693E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2EF39D-93DE-42E2-884B-78CAA58B0AE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8796980-5EEA-40E5-81D0-5A55B0B34DF1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C0FA569-C3C7-49C1-95E0-14E58AF0035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25481B-F87E-42C1-9D46-CB486346E35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9C23096-6BC1-48CD-8C2A-E0E7797229F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239301-03A8-4AB9-976D-FC83475493F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段寄存器可以使用通用寄存器和内存操作数赋值，但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CS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不可以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9B28333-63BE-4C95-833A-14249C27ACA0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5774619B-CC4A-4540-AC9C-41FD57DFA9A1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99DF45E9-065C-41B8-A526-DD789DF14F5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C3807334-6A83-47CA-BC1E-314222CFC38C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E8720F28-11F6-45BD-8173-42E96778AF7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C2403A90-6B21-4B6F-AC88-EDF65DF2E8C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CF7E177F-2A74-4796-BA4B-76CB7624B240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EA87364-DC5E-402F-8670-DA195F6A762A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5ABA26B5-8D01-4041-BA53-DE30AD77172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E1E5443F-E070-437B-B409-3A7B087808E9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878C283-39E2-4BB0-9EBA-EDE6938D773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D81CB4D9-6FE2-490A-BC23-390B1C123C0A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464B839-7D17-476B-9B2F-D314E3E1839E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6630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8D43C41-5451-4E82-90B0-3286077D33B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ADD  BX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[SI+2]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可以实现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BX=BX+2+SI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AFC167-DA72-4550-B2D9-D56D789C644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7790A8-2232-432F-A886-F749A996B6C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DD33C6F-ACEA-43FA-B78A-76CC3CC3DBFC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54254C3-9230-47BD-8F4D-C029166522B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88D6767-FD0C-4A89-A488-5A2D15EF34D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67E73BF-28CA-4F8D-8BE7-3C24E4D7E212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C89C78-7A8C-419F-898A-F2D57E8894D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BX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和内存内容相加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8E60E93-CC5F-4E47-94B5-F8BE40D5DA43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3C0088A3-82E0-47E8-9E99-FB75FDA0A4D9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F6A3CF14-6227-405C-BC51-D62167A670B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9A84C147-8DC7-4646-BC1F-0D59F28E3C2F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5D0A819B-810A-4358-B810-BDD2238720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6F6B296C-0745-4CCE-A97E-99990E6E35F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594528E7-A332-42E4-B77E-3D44BE60ABD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3F2C808-48C5-46F7-BE56-6B4AF7DCDE0E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85154306-8111-4874-8E68-8D2CE335C7A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F3E3FF58-A8B6-49DC-828C-EF69A423267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A91BA491-32E2-48B5-8D55-ACF1025504DA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4B537534-D36B-4374-9056-26F12844A88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D4A024E2-211A-499C-BBA3-CA54340F01B5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039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FEB01A1-7E3F-4428-813C-D75632372F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AX=-1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CWD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指令执行完成后，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E167DA6-19E9-4550-B1DC-481F029B96C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44E395-274D-412C-9068-D698B14E2B7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不正确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F39D202-8A81-46C9-B4D9-D25EB267BC10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1992B3D-2BAB-46F8-ABB9-D150736A5173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778FEB-AD1F-48E3-9FAD-F94BB02EE12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F4D9CE-B144-41C0-8E19-59F5ECAED1E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0D650F-4E45-4A7B-B8A0-8EB6FDAA572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70788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CWD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是对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AX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的符号位扩展，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AX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的符号位为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，所以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DX=0FFFFH=-1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C523D12-18E4-4337-81F3-E6A7404759DB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731F102C-E8E8-4FAC-9781-F3446B6ECA50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DD372626-C44E-45DD-811F-E538CB23593E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5ACDFB9D-51A4-4A92-986F-4939B6316D91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CC816C72-D0E0-4580-A58E-80764D3DB6D9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Block">
            <a:extLst>
              <a:ext uri="{FF2B5EF4-FFF2-40B4-BE49-F238E27FC236}">
                <a16:creationId xmlns:a16="http://schemas.microsoft.com/office/drawing/2014/main" id="{ECBA6421-6841-4AB0-9D9B-241C0D33658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RemarkTitleText">
            <a:extLst>
              <a:ext uri="{FF2B5EF4-FFF2-40B4-BE49-F238E27FC236}">
                <a16:creationId xmlns:a16="http://schemas.microsoft.com/office/drawing/2014/main" id="{7F2E1F6D-5579-402B-84FF-4F58B4CC2557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2A45475-B734-4B50-9797-3F32EA399689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95F0C909-9D1D-45DA-885A-079E7DF552D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6BADF3C6-A6B8-425B-8BEF-C2F51BEAE215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D17DC94-F4AE-4D9D-A1D2-A42EC5D0DBB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E828E941-D122-472A-BF08-03ADCC557613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0BC05BC-7BA6-4CC9-9CE1-3748B3598A52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59390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76C7965-DBF3-4916-9DFA-3DA2E7C66B0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AL=-1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NEG 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执行后，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01210-D50E-492C-A726-D4641CFDCE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35488D-E9E7-4D40-933A-FF5A537EA5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C0193E9-885A-4885-B394-B6CEAE9BBDB9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228DB39-ACF2-418C-B7AA-A3672E74FC7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0D0CFE-3909-46BD-8459-14303B4D35F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14A8A9-AC07-49C7-9741-BD52C028374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DC7259F-1802-40DD-B269-225B8650E7A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AL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为非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0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，则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CF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FD301F0-E867-450C-B858-81270699D615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3C11EA76-B984-4182-BD7D-F3C4E4A26A4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76DE9AA1-AD6C-4F75-B830-EAED3758369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4FA4A80E-21EA-497E-91FF-52176331F975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9F4EDC40-C498-479A-91F9-139A448146F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196B7726-7D20-4E0A-99B3-259284CCD8E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9B1DC6E3-9BB0-4BAA-B324-2E3E9AC18F5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6C0CB5B-A150-4ECB-A07B-EACD9526AAD6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E8691BA-8322-46B0-9895-08F7EFA9E13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E3CE492E-8BE2-4015-AD1F-FEC7C5F7E0C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45B2058-9B61-4CB0-BCF2-26EA3CC16F78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B5C5BF73-7AC4-4858-9A08-A1E1F5CD318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FA0E9C2-CAE7-400A-BCB7-C94E300C068E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773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76C7965-DBF3-4916-9DFA-3DA2E7C66B0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ADD [BX],[100]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可实现两内存内容相加。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01210-D50E-492C-A726-D4641CFDCE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35488D-E9E7-4D40-933A-FF5A537EA5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C0193E9-885A-4885-B394-B6CEAE9BBDB9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228DB39-ACF2-418C-B7AA-A3672E74FC7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0D0CFE-3909-46BD-8459-14303B4D35F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14A8A9-AC07-49C7-9741-BD52C028374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DC7259F-1802-40DD-B269-225B8650E7A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内存和内存不能直接相加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FD301F0-E867-450C-B858-81270699D615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3C11EA76-B984-4182-BD7D-F3C4E4A26A4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76DE9AA1-AD6C-4F75-B830-EAED3758369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4FA4A80E-21EA-497E-91FF-52176331F975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9F4EDC40-C498-479A-91F9-139A448146F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196B7726-7D20-4E0A-99B3-259284CCD8E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9B1DC6E3-9BB0-4BAA-B324-2E3E9AC18F5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6C0CB5B-A150-4ECB-A07B-EACD9526AAD6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E8691BA-8322-46B0-9895-08F7EFA9E13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E3CE492E-8BE2-4015-AD1F-FEC7C5F7E0C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45B2058-9B61-4CB0-BCF2-26EA3CC16F78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B5C5BF73-7AC4-4858-9A08-A1E1F5CD318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FA0E9C2-CAE7-400A-BCB7-C94E300C068E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61146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76C7965-DBF3-4916-9DFA-3DA2E7C66B0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SHL 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，可以实现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左移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次。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D01210-D50E-492C-A726-D4641CFDCED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35488D-E9E7-4D40-933A-FF5A537EA5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否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C0193E9-885A-4885-B394-B6CEAE9BBDB9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228DB39-ACF2-418C-B7AA-A3672E74FC7B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0D0CFE-3909-46BD-8459-14303B4D35F7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A14A8A9-AC07-49C7-9741-BD52C028374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184900" y="8413419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DC7259F-1802-40DD-B269-225B8650E7A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pPr marL="0" marR="0" lvl="0" indent="0" algn="l" defTabSz="7132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源操作数不能是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AL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，只能是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CL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或者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  <a:sym typeface="Microsoft Yahei" panose="020B0503020204020204" pitchFamily="34" charset="-122"/>
              </a:rPr>
              <a:t>1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  <a:sym typeface="Microsoft Yahei" panose="020B0503020204020204" pitchFamily="34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FD301F0-E867-450C-B858-81270699D615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20" name="RemarkBack">
              <a:extLst>
                <a:ext uri="{FF2B5EF4-FFF2-40B4-BE49-F238E27FC236}">
                  <a16:creationId xmlns:a16="http://schemas.microsoft.com/office/drawing/2014/main" id="{3C11EA76-B984-4182-BD7D-F3C4E4A26A45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markBlock">
              <a:extLst>
                <a:ext uri="{FF2B5EF4-FFF2-40B4-BE49-F238E27FC236}">
                  <a16:creationId xmlns:a16="http://schemas.microsoft.com/office/drawing/2014/main" id="{76DE9AA1-AD6C-4F75-B830-EAED3758369B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RemarkTitleText">
              <a:extLst>
                <a:ext uri="{FF2B5EF4-FFF2-40B4-BE49-F238E27FC236}">
                  <a16:creationId xmlns:a16="http://schemas.microsoft.com/office/drawing/2014/main" id="{4FA4A80E-21EA-497E-91FF-52176331F975}"/>
                </a:ext>
              </a:extLst>
            </p:cNvPr>
            <p:cNvSpPr txBox="1"/>
            <p:nvPr>
              <p:custDataLst>
                <p:tags r:id="rId22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" name="RemarkBack">
            <a:extLst>
              <a:ext uri="{FF2B5EF4-FFF2-40B4-BE49-F238E27FC236}">
                <a16:creationId xmlns:a16="http://schemas.microsoft.com/office/drawing/2014/main" id="{9F4EDC40-C498-479A-91F9-139A448146F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08700" y="12700"/>
            <a:ext cx="5095240" cy="635000"/>
          </a:xfrm>
          <a:prstGeom prst="rect">
            <a:avLst/>
          </a:prstGeom>
          <a:solidFill>
            <a:srgbClr val="F6F7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markBlock">
            <a:extLst>
              <a:ext uri="{FF2B5EF4-FFF2-40B4-BE49-F238E27FC236}">
                <a16:creationId xmlns:a16="http://schemas.microsoft.com/office/drawing/2014/main" id="{196B7726-7D20-4E0A-99B3-259284CCD8E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108700" y="12700"/>
            <a:ext cx="190500" cy="635000"/>
          </a:xfrm>
          <a:prstGeom prst="rect">
            <a:avLst/>
          </a:prstGeom>
          <a:solidFill>
            <a:srgbClr val="639E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RemarkTitleText">
            <a:extLst>
              <a:ext uri="{FF2B5EF4-FFF2-40B4-BE49-F238E27FC236}">
                <a16:creationId xmlns:a16="http://schemas.microsoft.com/office/drawing/2014/main" id="{9B1DC6E3-9BB0-4BAA-B324-2E3E9AC18F5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6350000" y="0"/>
            <a:ext cx="1905000" cy="635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18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答案解析</a:t>
            </a: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6C0CB5B-A150-4ECB-A07B-EACD9526AAD6}"/>
              </a:ext>
            </a:extLst>
          </p:cNvPr>
          <p:cNvGrpSpPr/>
          <p:nvPr>
            <p:custDataLst>
              <p:tags r:id="rId1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E8691BA-8322-46B0-9895-08F7EFA9E13D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E3CE492E-8BE2-4015-AD1F-FEC7C5F7E0C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45B2058-9B61-4CB0-BCF2-26EA3CC16F78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B5C5BF73-7AC4-4858-9A08-A1E1F5CD318F}"/>
                </a:ext>
              </a:extLst>
            </p:cNvPr>
            <p:cNvSpPr txBox="1"/>
            <p:nvPr>
              <p:custDataLst>
                <p:tags r:id="rId1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FA0E9C2-CAE7-400A-BCB7-C94E300C068E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7514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B34DA9F-5453-4C8F-8D32-8FEE3467289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26830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定义一个数据段，要求：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）字符串变量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Xingming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，初值是你的姓名拼音；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）字节变量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，长度为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；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）字变量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-1</a:t>
            </a: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）双字变量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，初值为标号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的段地址和偏移地址。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129F4BE-BEED-4ECD-8A23-EAFF768038A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6CCC3F0-8F22-4AFA-A8E9-28E19567AB1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8ACCC07-4670-43AF-B6B6-60CBB473B1CA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0C4A4F1B-8BA1-4E39-A4E7-E1924DB1CD1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1C9A4AF7-CE2E-4975-926C-267BF1A76B3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5D65C7D8-D902-4A32-B846-212F12675D8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4D95B26-9463-451D-90EB-D0F31EDB9F2E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4709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A079122-D160-4216-9045-1E78F4E512C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497067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请将你学号的低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位作为偏移地址，将该内存单元的值给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AX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，并将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AX</a:t>
            </a:r>
            <a:r>
              <a:rPr lang="zh-CN" altLang="en-US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的最高位取反，最低位置</a:t>
            </a:r>
            <a:r>
              <a:rPr lang="en-US" altLang="zh-CN" sz="2800" dirty="0">
                <a:latin typeface="Calibri" pitchFamily="34" charset="0"/>
                <a:ea typeface="宋体" pitchFamily="2" charset="-122"/>
                <a:cs typeface="Times New Roman" pitchFamily="18" charset="0"/>
              </a:rPr>
              <a:t>1</a:t>
            </a:r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5172F0-BAB9-4BC9-BA18-56622F3D1A9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2EA05D4-BE85-4C48-8727-390EC5A235E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11247C9-3556-48F3-BEE2-87A02034535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99CBAF8B-F36A-490C-8723-1EC318CA3D9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36A4B2C1-3B7F-4729-97F6-D65C1F8F6AFE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E0356686-9A16-491E-B3E4-8257728362BF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57A0E63C-3300-4961-BDB8-07EFBCD20E9D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9550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6E1564-6C88-44ED-8593-A1368EE42A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左移一次，可以实现无符号数乘以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，请使用移位指令，实现无符号数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*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，结果存放在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AX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A2E167-5DBE-406F-9AFB-FE3326293E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39E3B3-ECCD-4E81-A884-00049B5B14A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D6B8055E-0F32-42F6-9E64-20E85200BE4D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F4775A2B-4893-4CF0-9E2B-BBD123772AE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8CE6D120-E9AA-4466-AA86-31B7102D70AF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90F089FC-1277-40CB-9354-A926CF4E662D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C4B9EEA-1607-4315-9DD1-8243D39F0CC0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009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614D9FB-4BB4-41EC-B056-A1004080DA4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数据段中有字符串变量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，该变量以字符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$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结束。统计其中数字的个数，并以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进制的方式输出个数值，假设个数不超过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99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AAE03D-D90F-4B17-82B7-892F2D045A4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8270875"/>
            <a:ext cx="5715000" cy="47625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 anchorCtr="1">
            <a:noAutofit/>
          </a:bodyPr>
          <a:lstStyle/>
          <a:p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5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3DF5109-DC41-4C82-BBE9-0E050029F4A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5" name="TitleBackground">
              <a:extLst>
                <a:ext uri="{FF2B5EF4-FFF2-40B4-BE49-F238E27FC236}">
                  <a16:creationId xmlns:a16="http://schemas.microsoft.com/office/drawing/2014/main" id="{9814D6FE-4EA2-4D08-912A-B8FAE6A38FB2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>
              <a:extLst>
                <a:ext uri="{FF2B5EF4-FFF2-40B4-BE49-F238E27FC236}">
                  <a16:creationId xmlns:a16="http://schemas.microsoft.com/office/drawing/2014/main" id="{2D741D11-DB2F-4CE1-BDD5-45EB78C07E41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>
              <a:extLst>
                <a:ext uri="{FF2B5EF4-FFF2-40B4-BE49-F238E27FC236}">
                  <a16:creationId xmlns:a16="http://schemas.microsoft.com/office/drawing/2014/main" id="{F4D7BAB7-7BC3-49FB-9A60-49367E3C85D8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8" name="TipText">
              <a:extLst>
                <a:ext uri="{FF2B5EF4-FFF2-40B4-BE49-F238E27FC236}">
                  <a16:creationId xmlns:a16="http://schemas.microsoft.com/office/drawing/2014/main" id="{D5C0A100-160A-4672-921F-4F11E181AD21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20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680B75E-8D08-4D6F-A296-E756524885C2}"/>
              </a:ext>
            </a:extLst>
          </p:cNvPr>
          <p:cNvPicPr>
            <a:picLocks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02429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DIV的操作数不能是常数，只能是通用寄存器或者内存操作数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压缩的BCD，一个字节可以表示2位10进制数。"/>
  <p:tag name="PROBLEMSCORE" val="5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压缩的BCD，一个字节可以表示2位10进制数。"/>
  <p:tag name="PROBLEMSCORE" val="5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AX不能作为内存操作数"/>
  <p:tag name="PROBLEMSCORE" val="5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段寄存器可以使用通用寄存器和内存操作数赋值，但CS不可以"/>
  <p:tag name="PROBLEMSCORE" val="5.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BX和内存内容相加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REMARK" val="CWD是对AX的符号位扩展，AX的符号位为1，所以DX=0FFFFH=-1。"/>
  <p:tag name="PROBLEMSCORE" val="5.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AL为非0，则CF为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内存和内存不能直接相加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HASREMARK" val="True"/>
  <p:tag name="PROBLEMSCORE" val="5.0"/>
  <p:tag name="PROBLEMREMARK" val="源操作数不能是AL，只能是CL或者1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20.0"/>
  <p:tag name="PROBLEMVOICEALLOWED" val="Fals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906</Words>
  <Application>Microsoft Office PowerPoint</Application>
  <PresentationFormat>全屏显示(16:10)</PresentationFormat>
  <Paragraphs>133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Microsoft Yahei</vt:lpstr>
      <vt:lpstr>Arial</vt:lpstr>
      <vt:lpstr>Calibri</vt:lpstr>
      <vt:lpstr>Office 主题​​</vt:lpstr>
      <vt:lpstr>汇编语言程序设计课堂测试（物联网12）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13302018@qq.com</dc:creator>
  <cp:lastModifiedBy>本宏</cp:lastModifiedBy>
  <cp:revision>76</cp:revision>
  <dcterms:created xsi:type="dcterms:W3CDTF">2020-03-12T12:38:55Z</dcterms:created>
  <dcterms:modified xsi:type="dcterms:W3CDTF">2020-12-27T14:12:27Z</dcterms:modified>
</cp:coreProperties>
</file>