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6" r:id="rId6"/>
    <p:sldId id="267" r:id="rId7"/>
    <p:sldId id="273" r:id="rId8"/>
    <p:sldId id="274" r:id="rId9"/>
    <p:sldId id="262" r:id="rId10"/>
    <p:sldId id="264" r:id="rId11"/>
    <p:sldId id="266" r:id="rId12"/>
    <p:sldId id="278" r:id="rId13"/>
    <p:sldId id="282" r:id="rId14"/>
    <p:sldId id="279" r:id="rId15"/>
    <p:sldId id="280" r:id="rId16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2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D76EC-407D-4FA1-9B08-E03B687F8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269585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29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4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image" Target="../media/image1.tmp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.tmp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3" Type="http://schemas.openxmlformats.org/officeDocument/2006/relationships/tags" Target="../tags/tag49.xml"/><Relationship Id="rId21" Type="http://schemas.openxmlformats.org/officeDocument/2006/relationships/tags" Target="../tags/tag67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tags" Target="../tags/tag66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24" Type="http://schemas.openxmlformats.org/officeDocument/2006/relationships/image" Target="../media/image1.tmp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tags" Target="../tags/tag88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24" Type="http://schemas.openxmlformats.org/officeDocument/2006/relationships/image" Target="../media/image1.tmp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Relationship Id="rId22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tags" Target="../tags/tag108.xml"/><Relationship Id="rId3" Type="http://schemas.openxmlformats.org/officeDocument/2006/relationships/tags" Target="../tags/tag93.xml"/><Relationship Id="rId21" Type="http://schemas.openxmlformats.org/officeDocument/2006/relationships/tags" Target="../tags/tag111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0" Type="http://schemas.openxmlformats.org/officeDocument/2006/relationships/tags" Target="../tags/tag110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24" Type="http://schemas.openxmlformats.org/officeDocument/2006/relationships/image" Target="../media/image1.tmp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00.xml"/><Relationship Id="rId19" Type="http://schemas.openxmlformats.org/officeDocument/2006/relationships/tags" Target="../tags/tag109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Relationship Id="rId22" Type="http://schemas.openxmlformats.org/officeDocument/2006/relationships/tags" Target="../tags/tag1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3" Type="http://schemas.openxmlformats.org/officeDocument/2006/relationships/tags" Target="../tags/tag115.xml"/><Relationship Id="rId21" Type="http://schemas.openxmlformats.org/officeDocument/2006/relationships/tags" Target="../tags/tag133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0" Type="http://schemas.openxmlformats.org/officeDocument/2006/relationships/tags" Target="../tags/tag132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24" Type="http://schemas.openxmlformats.org/officeDocument/2006/relationships/image" Target="../media/image1.tmp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22.xml"/><Relationship Id="rId19" Type="http://schemas.openxmlformats.org/officeDocument/2006/relationships/tags" Target="../tags/tag131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Relationship Id="rId22" Type="http://schemas.openxmlformats.org/officeDocument/2006/relationships/tags" Target="../tags/tag13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18" Type="http://schemas.openxmlformats.org/officeDocument/2006/relationships/tags" Target="../tags/tag152.xml"/><Relationship Id="rId3" Type="http://schemas.openxmlformats.org/officeDocument/2006/relationships/tags" Target="../tags/tag137.xml"/><Relationship Id="rId21" Type="http://schemas.openxmlformats.org/officeDocument/2006/relationships/tags" Target="../tags/tag155.xml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tags" Target="../tags/tag151.xml"/><Relationship Id="rId2" Type="http://schemas.openxmlformats.org/officeDocument/2006/relationships/tags" Target="../tags/tag136.xml"/><Relationship Id="rId16" Type="http://schemas.openxmlformats.org/officeDocument/2006/relationships/tags" Target="../tags/tag150.xml"/><Relationship Id="rId20" Type="http://schemas.openxmlformats.org/officeDocument/2006/relationships/tags" Target="../tags/tag154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24" Type="http://schemas.openxmlformats.org/officeDocument/2006/relationships/image" Target="../media/image1.tmp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44.xml"/><Relationship Id="rId19" Type="http://schemas.openxmlformats.org/officeDocument/2006/relationships/tags" Target="../tags/tag153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Relationship Id="rId22" Type="http://schemas.openxmlformats.org/officeDocument/2006/relationships/tags" Target="../tags/tag15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3" Type="http://schemas.openxmlformats.org/officeDocument/2006/relationships/tags" Target="../tags/tag159.xml"/><Relationship Id="rId21" Type="http://schemas.openxmlformats.org/officeDocument/2006/relationships/tags" Target="../tags/tag177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0" Type="http://schemas.openxmlformats.org/officeDocument/2006/relationships/tags" Target="../tags/tag176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24" Type="http://schemas.openxmlformats.org/officeDocument/2006/relationships/image" Target="../media/image1.tmp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18" Type="http://schemas.openxmlformats.org/officeDocument/2006/relationships/tags" Target="../tags/tag196.xml"/><Relationship Id="rId3" Type="http://schemas.openxmlformats.org/officeDocument/2006/relationships/tags" Target="../tags/tag181.xml"/><Relationship Id="rId21" Type="http://schemas.openxmlformats.org/officeDocument/2006/relationships/tags" Target="../tags/tag199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tags" Target="../tags/tag195.xml"/><Relationship Id="rId2" Type="http://schemas.openxmlformats.org/officeDocument/2006/relationships/tags" Target="../tags/tag180.xml"/><Relationship Id="rId16" Type="http://schemas.openxmlformats.org/officeDocument/2006/relationships/tags" Target="../tags/tag194.xml"/><Relationship Id="rId20" Type="http://schemas.openxmlformats.org/officeDocument/2006/relationships/tags" Target="../tags/tag198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24" Type="http://schemas.openxmlformats.org/officeDocument/2006/relationships/image" Target="../media/image1.tmp"/><Relationship Id="rId5" Type="http://schemas.openxmlformats.org/officeDocument/2006/relationships/tags" Target="../tags/tag183.xml"/><Relationship Id="rId15" Type="http://schemas.openxmlformats.org/officeDocument/2006/relationships/tags" Target="../tags/tag193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88.xml"/><Relationship Id="rId19" Type="http://schemas.openxmlformats.org/officeDocument/2006/relationships/tags" Target="../tags/tag197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Relationship Id="rId22" Type="http://schemas.openxmlformats.org/officeDocument/2006/relationships/tags" Target="../tags/tag20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18" Type="http://schemas.openxmlformats.org/officeDocument/2006/relationships/tags" Target="../tags/tag218.xml"/><Relationship Id="rId3" Type="http://schemas.openxmlformats.org/officeDocument/2006/relationships/tags" Target="../tags/tag203.xml"/><Relationship Id="rId21" Type="http://schemas.openxmlformats.org/officeDocument/2006/relationships/tags" Target="../tags/tag221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20" Type="http://schemas.openxmlformats.org/officeDocument/2006/relationships/tags" Target="../tags/tag220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24" Type="http://schemas.openxmlformats.org/officeDocument/2006/relationships/image" Target="../media/image1.tmp"/><Relationship Id="rId5" Type="http://schemas.openxmlformats.org/officeDocument/2006/relationships/tags" Target="../tags/tag205.xml"/><Relationship Id="rId15" Type="http://schemas.openxmlformats.org/officeDocument/2006/relationships/tags" Target="../tags/tag21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210.xml"/><Relationship Id="rId19" Type="http://schemas.openxmlformats.org/officeDocument/2006/relationships/tags" Target="../tags/tag219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tags" Target="../tags/tag214.xml"/><Relationship Id="rId22" Type="http://schemas.openxmlformats.org/officeDocument/2006/relationships/tags" Target="../tags/tag22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11" Type="http://schemas.openxmlformats.org/officeDocument/2006/relationships/image" Target="../media/image1.tmp"/><Relationship Id="rId5" Type="http://schemas.openxmlformats.org/officeDocument/2006/relationships/tags" Target="../tags/tag22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26.xml"/><Relationship Id="rId9" Type="http://schemas.openxmlformats.org/officeDocument/2006/relationships/tags" Target="../tags/tag23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39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image" Target="../media/image1.tmp"/><Relationship Id="rId5" Type="http://schemas.openxmlformats.org/officeDocument/2006/relationships/tags" Target="../tags/tag23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5.xml"/><Relationship Id="rId9" Type="http://schemas.openxmlformats.org/officeDocument/2006/relationships/tags" Target="../tags/tag24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3" Type="http://schemas.openxmlformats.org/officeDocument/2006/relationships/tags" Target="../tags/tag243.xml"/><Relationship Id="rId7" Type="http://schemas.openxmlformats.org/officeDocument/2006/relationships/tags" Target="../tags/tag247.xml"/><Relationship Id="rId2" Type="http://schemas.openxmlformats.org/officeDocument/2006/relationships/tags" Target="../tags/tag242.xml"/><Relationship Id="rId1" Type="http://schemas.openxmlformats.org/officeDocument/2006/relationships/tags" Target="../tags/tag241.xml"/><Relationship Id="rId6" Type="http://schemas.openxmlformats.org/officeDocument/2006/relationships/tags" Target="../tags/tag246.xml"/><Relationship Id="rId11" Type="http://schemas.openxmlformats.org/officeDocument/2006/relationships/image" Target="../media/image1.tmp"/><Relationship Id="rId5" Type="http://schemas.openxmlformats.org/officeDocument/2006/relationships/tags" Target="../tags/tag24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4.xml"/><Relationship Id="rId9" Type="http://schemas.openxmlformats.org/officeDocument/2006/relationships/tags" Target="../tags/tag24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image" Target="../media/image1.tmp"/><Relationship Id="rId5" Type="http://schemas.openxmlformats.org/officeDocument/2006/relationships/tags" Target="../tags/tag25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53.xml"/><Relationship Id="rId9" Type="http://schemas.openxmlformats.org/officeDocument/2006/relationships/tags" Target="../tags/tag2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B7EFA-A0C9-44DB-BAA9-E31205D4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汇编语言程序测试</a:t>
            </a:r>
            <a:r>
              <a:rPr lang="en-US" altLang="zh-CN" dirty="0"/>
              <a:t>-</a:t>
            </a:r>
            <a:r>
              <a:rPr lang="zh-CN" altLang="en-US" dirty="0"/>
              <a:t>计算机</a:t>
            </a:r>
            <a:r>
              <a:rPr lang="en-US" altLang="zh-CN" dirty="0"/>
              <a:t>123</a:t>
            </a:r>
            <a:r>
              <a:rPr lang="zh-CN" altLang="en-US" dirty="0"/>
              <a:t>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C5612E-7B2E-422B-9216-294DCEE4F3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45F3EF-49F1-44EB-B200-511C942D1A56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46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8C59871-FE85-44D5-B5D0-BC4E6561654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MUL 20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是否正确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FA1535-8C94-45F5-873D-A665E907E26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62A491-AC56-4C9D-A90A-224E4FF2263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57BE5BE-1EA5-4DB2-905D-9793111BC6C3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EA64102-179F-41A5-9936-D54F942FFBFF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B65300-2407-4313-818F-E4B1DE9F44F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8F4149C-44DB-4196-8FE6-936B624CDA2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C8464BF-54AB-468B-B3C8-4FF38F92A26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MUL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的操作数不是常数，只能是通用寄存器或者内存操作数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8FF967B-1009-411A-A23A-4CC66C1E1F0B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1" name="RemarkBack">
              <a:extLst>
                <a:ext uri="{FF2B5EF4-FFF2-40B4-BE49-F238E27FC236}">
                  <a16:creationId xmlns:a16="http://schemas.microsoft.com/office/drawing/2014/main" id="{A3EE2EA4-6F04-4E18-83D2-A925D3C3FB6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Block">
              <a:extLst>
                <a:ext uri="{FF2B5EF4-FFF2-40B4-BE49-F238E27FC236}">
                  <a16:creationId xmlns:a16="http://schemas.microsoft.com/office/drawing/2014/main" id="{4EA728F2-EFDD-4EBF-8114-039D8092FD3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RemarkTitleText">
              <a:extLst>
                <a:ext uri="{FF2B5EF4-FFF2-40B4-BE49-F238E27FC236}">
                  <a16:creationId xmlns:a16="http://schemas.microsoft.com/office/drawing/2014/main" id="{3D2284C7-C354-46C0-8ABF-9122383BD4B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3AE75ECC-F8B8-4E68-A391-51C4F23C009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>
            <a:extLst>
              <a:ext uri="{FF2B5EF4-FFF2-40B4-BE49-F238E27FC236}">
                <a16:creationId xmlns:a16="http://schemas.microsoft.com/office/drawing/2014/main" id="{DC39E00C-0AD2-40C6-A0A6-BF0B0026870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A40E295A-619F-425A-A47C-61228C161F8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F59FB19-3920-468D-9882-137D66763763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C38780C-596C-4837-A21B-706A6A125BC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E824C4D-AFD8-40FA-9C1E-F92B16D0C07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DA69087-7610-4ECE-9C63-9CFC69B9252E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DB5A018-22B2-416F-AEE7-DA21DA6B86C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34237A8-C7FE-48EB-8D3C-5B29A60C63F0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82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26EF9C-4F99-480A-BCA4-6299AA9010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PUSH 12H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是否正确（）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9A54AD-A9C6-417D-A778-AE3F9266BD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F48CD2-7C6D-48E0-B3E0-C9B103747B6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2FD3C36-370E-4FAC-A46B-35A8F3C381A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8665A97-AF1B-4286-96D8-E67D052579C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7CEC5C-B251-4780-8067-29F1A30A175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350A47-216B-4E65-9D82-6C8222A0234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5DD369-C0DF-4428-AA63-58D87DE276D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PUSH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操作只能是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16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位操作数：内存或通用寄存器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6322B48-9A6B-4EAD-96B2-F136A85A49F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9C91FC0F-BD62-4C42-AF8B-046A511B121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A0F83904-6FEA-497C-8A15-BC830C6557C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51007163-A008-4D99-AEA4-EE9C19B88FBC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62AD492D-EF4D-4039-9AA1-DEF37277902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markBlock">
            <a:extLst>
              <a:ext uri="{FF2B5EF4-FFF2-40B4-BE49-F238E27FC236}">
                <a16:creationId xmlns:a16="http://schemas.microsoft.com/office/drawing/2014/main" id="{C0E5F313-5A0D-4017-B7D3-00D2B3C3B9DF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1B315BC5-E6A0-4707-BED1-268BFEA946C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C542AA7-3487-46CA-8BCE-127D28AA454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2544264A-BA71-494E-B694-5EEFABD114A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A047ABA6-EA0F-461D-BC36-0083C4F50D7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23D60E2F-50E1-4900-A889-9C89E2592E92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5DA2F70-1D90-4B15-88B6-7F8C883C31BE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731FF41-1600-4D67-88BF-DDA20C737103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955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1405041-5411-4261-A472-AFDFA2B9D23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ADD BX,[SP]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指令是否正确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DD0CDF-97F7-4D24-ADE1-0857011F75D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CCC9DF-8D94-4181-8963-8927344FBC5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3F584DE-87B0-4424-AE47-D4475D121199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E3377DD-2635-4778-B419-1A284DE5D96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5CAFDE-646B-4A19-AE74-F26AC828FDB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94E8D22-2B92-48A2-B0E0-930C9FC3531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2AAFF-A957-41F5-95FF-49A46B6CB4FC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SP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不能表示内存地址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0B9C65F-5A8E-4906-BECB-016EC152A00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938CAD00-F541-404F-BDC9-14AFBF975F7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7D07B327-7ED3-4919-8769-63F8480926CD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4355C172-4DFC-4CD6-B171-89ED58D0FC1B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41BAC8C2-D73E-4F2F-A428-7C147B610EB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markBlock">
            <a:extLst>
              <a:ext uri="{FF2B5EF4-FFF2-40B4-BE49-F238E27FC236}">
                <a16:creationId xmlns:a16="http://schemas.microsoft.com/office/drawing/2014/main" id="{5A417B59-01D8-41A7-9564-57048915DEC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2F82B959-4F44-4652-9E9A-889810914D8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A38B742-79C3-4BE4-BEB8-6B9B4B4AE560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2E8A18B-900E-47B8-91CF-960F00DEAC8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71CA749-A5AC-4B6B-B72F-9BAA03E986A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CBC10BD5-C5F5-41B0-A2B4-204AAAE09DA6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917EF862-CB07-45B3-955F-3EFD039C3C18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2D96763-4EF1-440F-A21E-3E38FE40FB5B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3916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DCB49D-7516-4C8B-AD1E-1F80E2EE65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表示非压缩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BCD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码，则其值为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进制数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A4B78D-751A-410F-8011-4C03F571FB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F09840-EC30-4371-9679-18ED0FC9B9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C59E35F-DAAE-4E50-8B99-D59C0201D57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04142E-D51E-4C55-A9C6-930920EA19D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61FA13-CA31-43E6-9D77-E477F6F9BA9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C740A3-D122-49E1-B4B7-FFAB2D75B9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9FC84FE-FE97-4FEE-BCB0-642320BBF96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非压缩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BCD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码只低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4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位有效，故为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1B382C9-6A15-49E1-A30B-C620DB19346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9" name="RemarkBack">
              <a:extLst>
                <a:ext uri="{FF2B5EF4-FFF2-40B4-BE49-F238E27FC236}">
                  <a16:creationId xmlns:a16="http://schemas.microsoft.com/office/drawing/2014/main" id="{BDA49FB5-6F97-49BA-9F19-35778C5014A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>
              <a:extLst>
                <a:ext uri="{FF2B5EF4-FFF2-40B4-BE49-F238E27FC236}">
                  <a16:creationId xmlns:a16="http://schemas.microsoft.com/office/drawing/2014/main" id="{1C1B7BF6-38D8-493E-AE98-54A0822094D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>
              <a:extLst>
                <a:ext uri="{FF2B5EF4-FFF2-40B4-BE49-F238E27FC236}">
                  <a16:creationId xmlns:a16="http://schemas.microsoft.com/office/drawing/2014/main" id="{ED844A33-6ADE-4AC4-BB35-68AF363E17A2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3EAE6BD6-4C6E-4ED7-8300-829F4E0131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markBlock">
            <a:extLst>
              <a:ext uri="{FF2B5EF4-FFF2-40B4-BE49-F238E27FC236}">
                <a16:creationId xmlns:a16="http://schemas.microsoft.com/office/drawing/2014/main" id="{83F17634-8358-4614-96A7-D36B26C60CF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43BE00C3-3EA9-48FF-A1A0-303771F1EAC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D52C70C-B177-4D23-BC32-80104FC44B37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C758F317-E283-409D-BDB4-CC3ED466160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C354010-7E6C-466C-9738-A578CEDA9BA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03C871ED-9105-4872-B5A3-29F8A078BA4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1F9467B2-564F-4447-B033-57A3A425E7A0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E24F0CA-8657-4E08-B026-E9548EF86164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650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F7F47C0-C4C9-41DD-98A5-37595193C5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8086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中段地址即为段的首地址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E9DB99-B0FD-48E8-8C55-E28633E3609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8142FB-AEF1-4ACC-A4A2-8858C95D49F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D02E8CA-B1E4-4E94-8D9E-84990C82473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6C4B25C-6461-4431-968F-341EC96F7EAC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211BB8-03DA-474F-ACA9-F9A523E39BB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78216F-D2D0-4053-B3BE-FBFDBE6331C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5F2913-8D7E-4906-9D3A-3912D6589BD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8086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中段地址表示一个段首地址的高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16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位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FDFB22E-7FB1-44EA-B11A-BC14D3618A1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9" name="RemarkBack">
              <a:extLst>
                <a:ext uri="{FF2B5EF4-FFF2-40B4-BE49-F238E27FC236}">
                  <a16:creationId xmlns:a16="http://schemas.microsoft.com/office/drawing/2014/main" id="{4F923D76-6BDD-4EA4-9C0F-9E966786A19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>
              <a:extLst>
                <a:ext uri="{FF2B5EF4-FFF2-40B4-BE49-F238E27FC236}">
                  <a16:creationId xmlns:a16="http://schemas.microsoft.com/office/drawing/2014/main" id="{3E0CF5F1-5265-4A11-ADFC-C68B21E215E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>
              <a:extLst>
                <a:ext uri="{FF2B5EF4-FFF2-40B4-BE49-F238E27FC236}">
                  <a16:creationId xmlns:a16="http://schemas.microsoft.com/office/drawing/2014/main" id="{4D6A2945-5096-4BB1-A87E-3D885DA81EB2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EE13F3EC-88B2-4C6A-B382-5583C693C62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markBlock">
            <a:extLst>
              <a:ext uri="{FF2B5EF4-FFF2-40B4-BE49-F238E27FC236}">
                <a16:creationId xmlns:a16="http://schemas.microsoft.com/office/drawing/2014/main" id="{9F96AFFC-A353-493D-92E5-5193D7959CB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0BE962AB-6D75-4991-9845-D6F723E14DA3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492A843-81E7-4669-8ACD-05DB3D27B8DC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D6724B3B-1BB7-4D39-A09F-9CF82F79DAD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2113797-6560-4F0A-8953-F4A8A604166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A7CAD7D1-EEDE-427D-9D82-7F314A6DDA4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BF7364E0-6D58-4665-8317-631D826E807A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EEB8C78-BF76-408C-9164-778A73FBD723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070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1E0C651-71AB-4C43-BE18-5527DC5ED6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[1000H 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1000H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是否正确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217B12-A973-4403-A1EB-4EEE3A7509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3D3040-AC5A-464D-B2EE-7E0A34158C4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FF371F5-37A1-48B4-BCD1-7A0802FE5BDF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FE0987A-3C5F-4B57-895B-C879728B1B3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4707E5-1886-4639-9D93-4E824D3C79A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1CB716-10B1-4BB7-97E4-01C25F01E07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1052EB9-848C-4B5A-B3BF-043A5616C59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前者不知道类型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C6076CE-1359-4CA1-8320-8A2E8635DFE2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9" name="RemarkBack">
              <a:extLst>
                <a:ext uri="{FF2B5EF4-FFF2-40B4-BE49-F238E27FC236}">
                  <a16:creationId xmlns:a16="http://schemas.microsoft.com/office/drawing/2014/main" id="{8CE63696-AD50-4FDA-8552-070E60621FB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>
              <a:extLst>
                <a:ext uri="{FF2B5EF4-FFF2-40B4-BE49-F238E27FC236}">
                  <a16:creationId xmlns:a16="http://schemas.microsoft.com/office/drawing/2014/main" id="{8E578D5A-ED33-4B72-A88D-4914876F89D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>
              <a:extLst>
                <a:ext uri="{FF2B5EF4-FFF2-40B4-BE49-F238E27FC236}">
                  <a16:creationId xmlns:a16="http://schemas.microsoft.com/office/drawing/2014/main" id="{95E534D8-5C1F-4480-93DD-D4CA75C80DDB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8" name="RemarkBack">
            <a:extLst>
              <a:ext uri="{FF2B5EF4-FFF2-40B4-BE49-F238E27FC236}">
                <a16:creationId xmlns:a16="http://schemas.microsoft.com/office/drawing/2014/main" id="{3AB34A25-85E7-417F-AC6D-7E69E045FE6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markBlock">
            <a:extLst>
              <a:ext uri="{FF2B5EF4-FFF2-40B4-BE49-F238E27FC236}">
                <a16:creationId xmlns:a16="http://schemas.microsoft.com/office/drawing/2014/main" id="{56C60267-36A0-4623-9142-3CDAD082602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9249C866-FCB8-41FB-B43E-E63B7198C63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E1884DA-D6FA-4782-BB63-7CB839BDD67F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8C44624D-5E5C-46AB-83E4-B682F2F1A19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1A0E566-D5C4-4DAD-9452-9FCBCABDA25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DC069AD9-0A5A-43EC-835D-A22CFA31A437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F26D7035-11F5-4DB4-A18A-F9988E98F415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F3B4445-B815-4FF5-BDED-0295EA2911F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5909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9E16774-B061-488D-8109-4FEFD12AC4A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JMP AX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指令是否正确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DB4FEA-CB1E-471F-9209-D08C64D5C58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3E53C5-9272-44DB-93BA-65FC834B445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2026" y="488950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EFEA5BE-1679-48B5-951F-9EE0F2808775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FFACF2A-6310-4EB8-8557-F4A3FF38578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CF34EE-20FA-4255-8893-5BC12A7AE2F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756B23-C31B-42D7-9E26-F872213BD5E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0B40827-5B6B-40C5-B859-3C7A036E822C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138779CD-04B9-42C0-879F-E8E449B124D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E235ED34-9014-4261-81AF-C78FBFB9C4E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3F7EC0BC-D02B-456A-8FA8-95BBEC8C90E8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10ACA1ED-55AA-4903-90E7-79AB9A53B85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F6C5C563-6DB3-44BB-815C-79B4E912FD4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9ACC9A12-B82B-4E38-A46B-51BE9A362B0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B54B149-7CC5-46EC-A41F-332C3A9A623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BX+SI+4=10005H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，只保留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位，则为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。所以物理地址是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20005H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178AFC-461A-4838-97A9-80028F3178E6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37E9F162-D461-45B0-94C7-C55DBD935C4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26444D91-7890-4BD9-9F29-DC8BE454FB5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78200AB6-66E8-44A9-9C0A-51D76D901963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10360FFA-ACDD-4C6A-9125-AF1C8BAA862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05E9BE4-35C7-41C0-9FE0-9315D9EA3677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9659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921895-249B-4ACB-9034-0039AD3629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POPF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指令执行完成后，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的值加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59500F-DFB7-41DD-B119-5E042608D5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740B4B-66A3-4553-BA0B-B46C9EACC87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AF16273-5800-4D57-B403-70880D9FCB0D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3E21185-F254-4123-B63C-B7F98EAD8C0A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CC15E9-1564-45C5-90A4-5D959121D3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F9FC7E-83E0-46CF-A545-B2CFECCAED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B0F630D-7E44-464E-AAAD-DDF6C80F07D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标志出栈操作，和普通的出栈操作一样，出栈加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，入栈减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B88ADB5-F285-4909-B7FB-7541185A2A07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CF0D51E3-4D97-49AC-9B8D-28B829FB783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559AD3FE-2E44-4D8D-A7A2-C6247425D9B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A65823C7-86DC-4169-AD14-AE2EA0E786EA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156D44EB-02BA-4E7F-823B-A8999092B3B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E2D1423C-0844-43D7-9CA7-50F71A02CA8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B0CAC164-69DB-4018-A76A-B485E1974EB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D749938-F259-48AB-A3C2-65B7E3EF6E4E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1A433F5F-858F-4413-96A9-2320A590B82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C1A3704A-28A0-4602-A6D1-EF9791D281D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E6719E81-4D55-4C7B-9275-69FBB32DD62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C0E1D644-438E-432C-9B3D-8B9034F1C92D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284078E-E993-4AB9-992D-3DC532A0AA21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0438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95D50B-94A8-40B1-B086-31C8E262D74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CF,1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可以使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0D4192-6B84-4738-9909-1943AD316DC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C70F5C-F545-4BF9-9F39-F972AE2B9F6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734B39D-9E33-434B-A256-08D22EEB59B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D4BD8A0-BE32-43E6-BEB2-D264782E2E05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6BAA1C-9394-4A41-848F-3EAB79BB5A4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A759C23-B07E-4A6B-B40A-9A49F7292AE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44A4C1-D9ED-4910-A4C2-8BD73C5E0E0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CF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不能通过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MOV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来赋值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697BAC8-1F3D-4E55-A12F-1497D8A1DF6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88D32DD1-84D6-4D66-AD91-BAEFBC8E943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D26DD994-7A2B-4823-B2FE-BD496C22FD3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8F8958C4-D53C-42F3-8B7E-AC8D8FE3DC5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4307FC7E-6DEC-4AD1-A29F-4DE87FF8568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Block">
            <a:extLst>
              <a:ext uri="{FF2B5EF4-FFF2-40B4-BE49-F238E27FC236}">
                <a16:creationId xmlns:a16="http://schemas.microsoft.com/office/drawing/2014/main" id="{79F3BDBC-893C-42F8-B0EC-7CD4E17CA30F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markTitleText">
            <a:extLst>
              <a:ext uri="{FF2B5EF4-FFF2-40B4-BE49-F238E27FC236}">
                <a16:creationId xmlns:a16="http://schemas.microsoft.com/office/drawing/2014/main" id="{FB6D1D80-7158-46C6-BC74-3735B5BBC86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3F21397-352D-4C03-8ABF-3384367F9208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A812493A-FF08-44C2-B1D4-26ADC6F6D2A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3F1C80F6-07E7-485A-B19A-2B7A5303302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C5B7E035-E621-4BF9-93DE-DB66886BA83E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360103C-EBFD-4EE7-86C6-B9A68CCD0558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D341380-19FF-4547-9201-69A3B23EA3A1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8988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D43C41-5451-4E82-90B0-3286077D33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LEA    BX,[BX+2+SI]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可以实现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BX=BX+2+SI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AFC167-DA72-4550-B2D9-D56D789C644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7790A8-2232-432F-A886-F749A996B6C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DD33C6F-ACEA-43FA-B78A-76CC3CC3DBF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54254C3-9230-47BD-8F4D-C029166522B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8D6767-FD0C-4A89-A488-5A2D15EF34D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67E73BF-28CA-4F8D-8BE7-3C24E4D7E21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C89C78-7A8C-419F-898A-F2D57E8894D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只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LEA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取内存地址，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ADD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值相加，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不行；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指令不对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8E60E93-CC5F-4E47-94B5-F8BE40D5DA43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3C0088A3-82E0-47E8-9E99-FB75FDA0A4D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F6A3CF14-6227-405C-BC51-D62167A670B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9A84C147-8DC7-4646-BC1F-0D59F28E3C2F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5D0A819B-810A-4358-B810-BDD2238720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6F6B296C-0745-4CCE-A97E-99990E6E35F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594528E7-A332-42E4-B77E-3D44BE60ABD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F2C808-48C5-46F7-BE56-6B4AF7DCDE0E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85154306-8111-4874-8E68-8D2CE335C7A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F3E3FF58-A8B6-49DC-828C-EF69A423267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A91BA491-32E2-48B5-8D55-ACF1025504DA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4B537534-D36B-4374-9056-26F12844A883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4A024E2-211A-499C-BBA3-CA54340F01B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039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34DA9F-5453-4C8F-8D32-8FEE346728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426830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定义一个数据段，要求：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）字符串变量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Xingming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，初值是你的姓的拼音和学号的低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位；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，长度为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，初值不定；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）字节变量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，初值为标号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的偏移地址。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29F4BE-BEED-4ECD-8A23-EAFF768038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6CCC3F0-8F22-4AFA-A8E9-28E19567AB1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8ACCC07-4670-43AF-B6B6-60CBB473B1C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0C4A4F1B-8BA1-4E39-A4E7-E1924DB1CD1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1C9A4AF7-CE2E-4975-926C-267BF1A76B3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5D65C7D8-D902-4A32-B846-212F12675D8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4D95B26-9463-451D-90EB-D0F31EDB9F2E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70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6E1564-6C88-44ED-8593-A1368EE42A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统计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的个数。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A2E167-5DBE-406F-9AFB-FE3326293E2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39E3B3-ECCD-4E81-A884-00049B5B14A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D6B8055E-0F32-42F6-9E64-20E85200BE4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F4775A2B-4893-4CF0-9E2B-BBD123772AE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8CE6D120-E9AA-4466-AA86-31B7102D70A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90F089FC-1277-40CB-9354-A926CF4E662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C4B9EEA-1607-4315-9DD1-8243D39F0CC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009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079122-D160-4216-9045-1E78F4E512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497067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如果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AX</a:t>
            </a:r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的最低位为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，请将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BX</a:t>
            </a:r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的次低位置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，否则，将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BX</a:t>
            </a:r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的最高位取反。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5172F0-BAB9-4BC9-BA18-56622F3D1A9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EA05D4-BE85-4C48-8727-390EC5A235E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11247C9-3556-48F3-BEE2-87A02034535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99CBAF8B-F36A-490C-8723-1EC318CA3D9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36A4B2C1-3B7F-4729-97F6-D65C1F8F6AF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E0356686-9A16-491E-B3E4-8257728362B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7A0E63C-3300-4961-BDB8-07EFBCD20E9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9550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14D9FB-4BB4-41EC-B056-A1004080DA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数据段中长度为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的学生成绩数组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SCORE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，求取其平均值（不考虑小数），并以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进制的方式输出。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AAE03D-D90F-4B17-82B7-892F2D045A4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3DF5109-DC41-4C82-BBE9-0E050029F4A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814D6FE-4EA2-4D08-912A-B8FAE6A38FB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2D741D11-DB2F-4CE1-BDD5-45EB78C07E4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F4D7BAB7-7BC3-49FB-9A60-49367E3C85D8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D5C0A100-160A-4672-921F-4F11E181AD2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680B75E-8D08-4D6F-A296-E756524885C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02429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MUL的操作数不是常数，只能是通用寄存器或者内存操作数"/>
  <p:tag name="PROBLEMSCORE" val="5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PUSH操作只能是16位操作数：内存或通用寄存器"/>
  <p:tag name="PROBLEMSCORE" val="5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SP不能表示内存地址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True"/>
  <p:tag name="PROBLEMREMARK" val="非压缩BCD码只低4位有效，故为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True"/>
  <p:tag name="PROBLEMREMARK" val="8086中段地址表示一个段首地址的高16位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前者不知道类型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BX+SI+4=10005H，只保留16位，则为5。所以物理地址是20005H"/>
  <p:tag name="PROBLEMSCORE" val="5.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标志出栈操作，和普通的出栈操作一样，出栈加2，入栈减2"/>
  <p:tag name="PROBLEMSCORE" val="5.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CF不能通过MOV来赋值"/>
  <p:tag name="PROBLEMSCORE" val="5.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只LEA取内存地址，ADD值相加，B不行；A和D指令不对"/>
  <p:tag name="PROBLEMSCORE" val="5.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VOICEALLOWED" val="Fals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856</Words>
  <Application>Microsoft Office PowerPoint</Application>
  <PresentationFormat>全屏显示(16:10)</PresentationFormat>
  <Paragraphs>134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Microsoft Yahei</vt:lpstr>
      <vt:lpstr>Arial</vt:lpstr>
      <vt:lpstr>Calibri</vt:lpstr>
      <vt:lpstr>Office 主题​​</vt:lpstr>
      <vt:lpstr>汇编语言程序测试-计算机123班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13302018@qq.com</dc:creator>
  <cp:lastModifiedBy>本宏</cp:lastModifiedBy>
  <cp:revision>60</cp:revision>
  <dcterms:created xsi:type="dcterms:W3CDTF">2020-03-12T12:38:55Z</dcterms:created>
  <dcterms:modified xsi:type="dcterms:W3CDTF">2020-12-27T14:14:12Z</dcterms:modified>
</cp:coreProperties>
</file>