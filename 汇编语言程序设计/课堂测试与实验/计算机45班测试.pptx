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76" r:id="rId6"/>
    <p:sldId id="267" r:id="rId7"/>
    <p:sldId id="262" r:id="rId8"/>
    <p:sldId id="277" r:id="rId9"/>
    <p:sldId id="278" r:id="rId10"/>
    <p:sldId id="266" r:id="rId11"/>
    <p:sldId id="275" r:id="rId12"/>
    <p:sldId id="279" r:id="rId13"/>
    <p:sldId id="280" r:id="rId14"/>
    <p:sldId id="282" r:id="rId15"/>
    <p:sldId id="283" r:id="rId16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94660"/>
  </p:normalViewPr>
  <p:slideViewPr>
    <p:cSldViewPr snapToGrid="0">
      <p:cViewPr varScale="1">
        <p:scale>
          <a:sx n="48" d="100"/>
          <a:sy n="48" d="100"/>
        </p:scale>
        <p:origin x="22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9D76EC-407D-4FA1-9B08-E03B687F81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2695857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0295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840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3" Type="http://schemas.openxmlformats.org/officeDocument/2006/relationships/tags" Target="../tags/tag5.xml"/><Relationship Id="rId21" Type="http://schemas.openxmlformats.org/officeDocument/2006/relationships/tags" Target="../tags/tag23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tags" Target="../tags/tag22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24" Type="http://schemas.openxmlformats.org/officeDocument/2006/relationships/image" Target="../media/image1.tmp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12.xml"/><Relationship Id="rId19" Type="http://schemas.openxmlformats.org/officeDocument/2006/relationships/tags" Target="../tags/tag21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tags" Target="../tags/tag2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tags" Target="../tags/tag42.xml"/><Relationship Id="rId3" Type="http://schemas.openxmlformats.org/officeDocument/2006/relationships/tags" Target="../tags/tag27.xml"/><Relationship Id="rId21" Type="http://schemas.openxmlformats.org/officeDocument/2006/relationships/tags" Target="../tags/tag45.xml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tags" Target="../tags/tag41.xml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tags" Target="../tags/tag44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image" Target="../media/image1.tmp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34.xml"/><Relationship Id="rId19" Type="http://schemas.openxmlformats.org/officeDocument/2006/relationships/tags" Target="../tags/tag43.xml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tags" Target="../tags/tag4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13" Type="http://schemas.openxmlformats.org/officeDocument/2006/relationships/tags" Target="../tags/tag59.xml"/><Relationship Id="rId18" Type="http://schemas.openxmlformats.org/officeDocument/2006/relationships/tags" Target="../tags/tag64.xml"/><Relationship Id="rId3" Type="http://schemas.openxmlformats.org/officeDocument/2006/relationships/tags" Target="../tags/tag49.xml"/><Relationship Id="rId21" Type="http://schemas.openxmlformats.org/officeDocument/2006/relationships/tags" Target="../tags/tag67.xml"/><Relationship Id="rId7" Type="http://schemas.openxmlformats.org/officeDocument/2006/relationships/tags" Target="../tags/tag53.xml"/><Relationship Id="rId12" Type="http://schemas.openxmlformats.org/officeDocument/2006/relationships/tags" Target="../tags/tag58.xml"/><Relationship Id="rId17" Type="http://schemas.openxmlformats.org/officeDocument/2006/relationships/tags" Target="../tags/tag63.xml"/><Relationship Id="rId2" Type="http://schemas.openxmlformats.org/officeDocument/2006/relationships/tags" Target="../tags/tag48.xml"/><Relationship Id="rId16" Type="http://schemas.openxmlformats.org/officeDocument/2006/relationships/tags" Target="../tags/tag62.xml"/><Relationship Id="rId20" Type="http://schemas.openxmlformats.org/officeDocument/2006/relationships/tags" Target="../tags/tag66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tags" Target="../tags/tag57.xml"/><Relationship Id="rId24" Type="http://schemas.openxmlformats.org/officeDocument/2006/relationships/image" Target="../media/image1.tmp"/><Relationship Id="rId5" Type="http://schemas.openxmlformats.org/officeDocument/2006/relationships/tags" Target="../tags/tag51.xml"/><Relationship Id="rId15" Type="http://schemas.openxmlformats.org/officeDocument/2006/relationships/tags" Target="../tags/tag61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56.xml"/><Relationship Id="rId19" Type="http://schemas.openxmlformats.org/officeDocument/2006/relationships/tags" Target="../tags/tag65.xml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tags" Target="../tags/tag60.xml"/><Relationship Id="rId22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tags" Target="../tags/tag86.xml"/><Relationship Id="rId3" Type="http://schemas.openxmlformats.org/officeDocument/2006/relationships/tags" Target="../tags/tag71.xml"/><Relationship Id="rId21" Type="http://schemas.openxmlformats.org/officeDocument/2006/relationships/tags" Target="../tags/tag89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20" Type="http://schemas.openxmlformats.org/officeDocument/2006/relationships/tags" Target="../tags/tag88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24" Type="http://schemas.openxmlformats.org/officeDocument/2006/relationships/image" Target="../media/image1.tmp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78.xml"/><Relationship Id="rId19" Type="http://schemas.openxmlformats.org/officeDocument/2006/relationships/tags" Target="../tags/tag87.xml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Relationship Id="rId22" Type="http://schemas.openxmlformats.org/officeDocument/2006/relationships/tags" Target="../tags/tag9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13" Type="http://schemas.openxmlformats.org/officeDocument/2006/relationships/tags" Target="../tags/tag103.xml"/><Relationship Id="rId18" Type="http://schemas.openxmlformats.org/officeDocument/2006/relationships/tags" Target="../tags/tag108.xml"/><Relationship Id="rId3" Type="http://schemas.openxmlformats.org/officeDocument/2006/relationships/tags" Target="../tags/tag93.xml"/><Relationship Id="rId21" Type="http://schemas.openxmlformats.org/officeDocument/2006/relationships/tags" Target="../tags/tag111.xml"/><Relationship Id="rId7" Type="http://schemas.openxmlformats.org/officeDocument/2006/relationships/tags" Target="../tags/tag97.xml"/><Relationship Id="rId12" Type="http://schemas.openxmlformats.org/officeDocument/2006/relationships/tags" Target="../tags/tag102.xml"/><Relationship Id="rId17" Type="http://schemas.openxmlformats.org/officeDocument/2006/relationships/tags" Target="../tags/tag107.xml"/><Relationship Id="rId2" Type="http://schemas.openxmlformats.org/officeDocument/2006/relationships/tags" Target="../tags/tag92.xml"/><Relationship Id="rId16" Type="http://schemas.openxmlformats.org/officeDocument/2006/relationships/tags" Target="../tags/tag106.xml"/><Relationship Id="rId20" Type="http://schemas.openxmlformats.org/officeDocument/2006/relationships/tags" Target="../tags/tag110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tags" Target="../tags/tag101.xml"/><Relationship Id="rId24" Type="http://schemas.openxmlformats.org/officeDocument/2006/relationships/image" Target="../media/image1.tmp"/><Relationship Id="rId5" Type="http://schemas.openxmlformats.org/officeDocument/2006/relationships/tags" Target="../tags/tag95.xml"/><Relationship Id="rId15" Type="http://schemas.openxmlformats.org/officeDocument/2006/relationships/tags" Target="../tags/tag105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100.xml"/><Relationship Id="rId19" Type="http://schemas.openxmlformats.org/officeDocument/2006/relationships/tags" Target="../tags/tag109.xml"/><Relationship Id="rId4" Type="http://schemas.openxmlformats.org/officeDocument/2006/relationships/tags" Target="../tags/tag94.xml"/><Relationship Id="rId9" Type="http://schemas.openxmlformats.org/officeDocument/2006/relationships/tags" Target="../tags/tag99.xml"/><Relationship Id="rId14" Type="http://schemas.openxmlformats.org/officeDocument/2006/relationships/tags" Target="../tags/tag104.xml"/><Relationship Id="rId22" Type="http://schemas.openxmlformats.org/officeDocument/2006/relationships/tags" Target="../tags/tag1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20.xml"/><Relationship Id="rId13" Type="http://schemas.openxmlformats.org/officeDocument/2006/relationships/tags" Target="../tags/tag125.xml"/><Relationship Id="rId18" Type="http://schemas.openxmlformats.org/officeDocument/2006/relationships/tags" Target="../tags/tag130.xml"/><Relationship Id="rId3" Type="http://schemas.openxmlformats.org/officeDocument/2006/relationships/tags" Target="../tags/tag115.xml"/><Relationship Id="rId21" Type="http://schemas.openxmlformats.org/officeDocument/2006/relationships/tags" Target="../tags/tag133.xml"/><Relationship Id="rId7" Type="http://schemas.openxmlformats.org/officeDocument/2006/relationships/tags" Target="../tags/tag119.xml"/><Relationship Id="rId12" Type="http://schemas.openxmlformats.org/officeDocument/2006/relationships/tags" Target="../tags/tag124.xml"/><Relationship Id="rId17" Type="http://schemas.openxmlformats.org/officeDocument/2006/relationships/tags" Target="../tags/tag129.xml"/><Relationship Id="rId2" Type="http://schemas.openxmlformats.org/officeDocument/2006/relationships/tags" Target="../tags/tag114.xml"/><Relationship Id="rId16" Type="http://schemas.openxmlformats.org/officeDocument/2006/relationships/tags" Target="../tags/tag128.xml"/><Relationship Id="rId20" Type="http://schemas.openxmlformats.org/officeDocument/2006/relationships/tags" Target="../tags/tag132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1" Type="http://schemas.openxmlformats.org/officeDocument/2006/relationships/tags" Target="../tags/tag123.xml"/><Relationship Id="rId24" Type="http://schemas.openxmlformats.org/officeDocument/2006/relationships/image" Target="../media/image1.tmp"/><Relationship Id="rId5" Type="http://schemas.openxmlformats.org/officeDocument/2006/relationships/tags" Target="../tags/tag117.xml"/><Relationship Id="rId15" Type="http://schemas.openxmlformats.org/officeDocument/2006/relationships/tags" Target="../tags/tag127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122.xml"/><Relationship Id="rId19" Type="http://schemas.openxmlformats.org/officeDocument/2006/relationships/tags" Target="../tags/tag131.xml"/><Relationship Id="rId4" Type="http://schemas.openxmlformats.org/officeDocument/2006/relationships/tags" Target="../tags/tag116.xml"/><Relationship Id="rId9" Type="http://schemas.openxmlformats.org/officeDocument/2006/relationships/tags" Target="../tags/tag121.xml"/><Relationship Id="rId14" Type="http://schemas.openxmlformats.org/officeDocument/2006/relationships/tags" Target="../tags/tag126.xml"/><Relationship Id="rId22" Type="http://schemas.openxmlformats.org/officeDocument/2006/relationships/tags" Target="../tags/tag13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42.xml"/><Relationship Id="rId13" Type="http://schemas.openxmlformats.org/officeDocument/2006/relationships/tags" Target="../tags/tag147.xml"/><Relationship Id="rId18" Type="http://schemas.openxmlformats.org/officeDocument/2006/relationships/tags" Target="../tags/tag152.xml"/><Relationship Id="rId3" Type="http://schemas.openxmlformats.org/officeDocument/2006/relationships/tags" Target="../tags/tag137.xml"/><Relationship Id="rId21" Type="http://schemas.openxmlformats.org/officeDocument/2006/relationships/tags" Target="../tags/tag155.xml"/><Relationship Id="rId7" Type="http://schemas.openxmlformats.org/officeDocument/2006/relationships/tags" Target="../tags/tag141.xml"/><Relationship Id="rId12" Type="http://schemas.openxmlformats.org/officeDocument/2006/relationships/tags" Target="../tags/tag146.xml"/><Relationship Id="rId17" Type="http://schemas.openxmlformats.org/officeDocument/2006/relationships/tags" Target="../tags/tag151.xml"/><Relationship Id="rId2" Type="http://schemas.openxmlformats.org/officeDocument/2006/relationships/tags" Target="../tags/tag136.xml"/><Relationship Id="rId16" Type="http://schemas.openxmlformats.org/officeDocument/2006/relationships/tags" Target="../tags/tag150.xml"/><Relationship Id="rId20" Type="http://schemas.openxmlformats.org/officeDocument/2006/relationships/tags" Target="../tags/tag154.xml"/><Relationship Id="rId1" Type="http://schemas.openxmlformats.org/officeDocument/2006/relationships/tags" Target="../tags/tag135.xml"/><Relationship Id="rId6" Type="http://schemas.openxmlformats.org/officeDocument/2006/relationships/tags" Target="../tags/tag140.xml"/><Relationship Id="rId11" Type="http://schemas.openxmlformats.org/officeDocument/2006/relationships/tags" Target="../tags/tag145.xml"/><Relationship Id="rId24" Type="http://schemas.openxmlformats.org/officeDocument/2006/relationships/image" Target="../media/image1.tmp"/><Relationship Id="rId5" Type="http://schemas.openxmlformats.org/officeDocument/2006/relationships/tags" Target="../tags/tag139.xml"/><Relationship Id="rId15" Type="http://schemas.openxmlformats.org/officeDocument/2006/relationships/tags" Target="../tags/tag149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144.xml"/><Relationship Id="rId19" Type="http://schemas.openxmlformats.org/officeDocument/2006/relationships/tags" Target="../tags/tag153.xml"/><Relationship Id="rId4" Type="http://schemas.openxmlformats.org/officeDocument/2006/relationships/tags" Target="../tags/tag138.xml"/><Relationship Id="rId9" Type="http://schemas.openxmlformats.org/officeDocument/2006/relationships/tags" Target="../tags/tag143.xml"/><Relationship Id="rId14" Type="http://schemas.openxmlformats.org/officeDocument/2006/relationships/tags" Target="../tags/tag148.xml"/><Relationship Id="rId22" Type="http://schemas.openxmlformats.org/officeDocument/2006/relationships/tags" Target="../tags/tag15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64.xml"/><Relationship Id="rId13" Type="http://schemas.openxmlformats.org/officeDocument/2006/relationships/tags" Target="../tags/tag169.xml"/><Relationship Id="rId18" Type="http://schemas.openxmlformats.org/officeDocument/2006/relationships/tags" Target="../tags/tag174.xml"/><Relationship Id="rId3" Type="http://schemas.openxmlformats.org/officeDocument/2006/relationships/tags" Target="../tags/tag159.xml"/><Relationship Id="rId21" Type="http://schemas.openxmlformats.org/officeDocument/2006/relationships/tags" Target="../tags/tag177.xml"/><Relationship Id="rId7" Type="http://schemas.openxmlformats.org/officeDocument/2006/relationships/tags" Target="../tags/tag163.xml"/><Relationship Id="rId12" Type="http://schemas.openxmlformats.org/officeDocument/2006/relationships/tags" Target="../tags/tag168.xml"/><Relationship Id="rId17" Type="http://schemas.openxmlformats.org/officeDocument/2006/relationships/tags" Target="../tags/tag173.xml"/><Relationship Id="rId2" Type="http://schemas.openxmlformats.org/officeDocument/2006/relationships/tags" Target="../tags/tag158.xml"/><Relationship Id="rId16" Type="http://schemas.openxmlformats.org/officeDocument/2006/relationships/tags" Target="../tags/tag172.xml"/><Relationship Id="rId20" Type="http://schemas.openxmlformats.org/officeDocument/2006/relationships/tags" Target="../tags/tag176.xml"/><Relationship Id="rId1" Type="http://schemas.openxmlformats.org/officeDocument/2006/relationships/tags" Target="../tags/tag157.xml"/><Relationship Id="rId6" Type="http://schemas.openxmlformats.org/officeDocument/2006/relationships/tags" Target="../tags/tag162.xml"/><Relationship Id="rId11" Type="http://schemas.openxmlformats.org/officeDocument/2006/relationships/tags" Target="../tags/tag167.xml"/><Relationship Id="rId24" Type="http://schemas.openxmlformats.org/officeDocument/2006/relationships/image" Target="../media/image1.tmp"/><Relationship Id="rId5" Type="http://schemas.openxmlformats.org/officeDocument/2006/relationships/tags" Target="../tags/tag161.xml"/><Relationship Id="rId15" Type="http://schemas.openxmlformats.org/officeDocument/2006/relationships/tags" Target="../tags/tag171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166.xml"/><Relationship Id="rId19" Type="http://schemas.openxmlformats.org/officeDocument/2006/relationships/tags" Target="../tags/tag175.xml"/><Relationship Id="rId4" Type="http://schemas.openxmlformats.org/officeDocument/2006/relationships/tags" Target="../tags/tag160.xml"/><Relationship Id="rId9" Type="http://schemas.openxmlformats.org/officeDocument/2006/relationships/tags" Target="../tags/tag165.xml"/><Relationship Id="rId14" Type="http://schemas.openxmlformats.org/officeDocument/2006/relationships/tags" Target="../tags/tag170.xml"/><Relationship Id="rId22" Type="http://schemas.openxmlformats.org/officeDocument/2006/relationships/tags" Target="../tags/tag17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86.xml"/><Relationship Id="rId13" Type="http://schemas.openxmlformats.org/officeDocument/2006/relationships/tags" Target="../tags/tag191.xml"/><Relationship Id="rId18" Type="http://schemas.openxmlformats.org/officeDocument/2006/relationships/tags" Target="../tags/tag196.xml"/><Relationship Id="rId3" Type="http://schemas.openxmlformats.org/officeDocument/2006/relationships/tags" Target="../tags/tag181.xml"/><Relationship Id="rId21" Type="http://schemas.openxmlformats.org/officeDocument/2006/relationships/tags" Target="../tags/tag199.xml"/><Relationship Id="rId7" Type="http://schemas.openxmlformats.org/officeDocument/2006/relationships/tags" Target="../tags/tag185.xml"/><Relationship Id="rId12" Type="http://schemas.openxmlformats.org/officeDocument/2006/relationships/tags" Target="../tags/tag190.xml"/><Relationship Id="rId17" Type="http://schemas.openxmlformats.org/officeDocument/2006/relationships/tags" Target="../tags/tag195.xml"/><Relationship Id="rId2" Type="http://schemas.openxmlformats.org/officeDocument/2006/relationships/tags" Target="../tags/tag180.xml"/><Relationship Id="rId16" Type="http://schemas.openxmlformats.org/officeDocument/2006/relationships/tags" Target="../tags/tag194.xml"/><Relationship Id="rId20" Type="http://schemas.openxmlformats.org/officeDocument/2006/relationships/tags" Target="../tags/tag198.xml"/><Relationship Id="rId1" Type="http://schemas.openxmlformats.org/officeDocument/2006/relationships/tags" Target="../tags/tag179.xml"/><Relationship Id="rId6" Type="http://schemas.openxmlformats.org/officeDocument/2006/relationships/tags" Target="../tags/tag184.xml"/><Relationship Id="rId11" Type="http://schemas.openxmlformats.org/officeDocument/2006/relationships/tags" Target="../tags/tag189.xml"/><Relationship Id="rId24" Type="http://schemas.openxmlformats.org/officeDocument/2006/relationships/image" Target="../media/image1.tmp"/><Relationship Id="rId5" Type="http://schemas.openxmlformats.org/officeDocument/2006/relationships/tags" Target="../tags/tag183.xml"/><Relationship Id="rId15" Type="http://schemas.openxmlformats.org/officeDocument/2006/relationships/tags" Target="../tags/tag193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188.xml"/><Relationship Id="rId19" Type="http://schemas.openxmlformats.org/officeDocument/2006/relationships/tags" Target="../tags/tag197.xml"/><Relationship Id="rId4" Type="http://schemas.openxmlformats.org/officeDocument/2006/relationships/tags" Target="../tags/tag182.xml"/><Relationship Id="rId9" Type="http://schemas.openxmlformats.org/officeDocument/2006/relationships/tags" Target="../tags/tag187.xml"/><Relationship Id="rId14" Type="http://schemas.openxmlformats.org/officeDocument/2006/relationships/tags" Target="../tags/tag192.xml"/><Relationship Id="rId22" Type="http://schemas.openxmlformats.org/officeDocument/2006/relationships/tags" Target="../tags/tag20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208.xml"/><Relationship Id="rId13" Type="http://schemas.openxmlformats.org/officeDocument/2006/relationships/tags" Target="../tags/tag213.xml"/><Relationship Id="rId18" Type="http://schemas.openxmlformats.org/officeDocument/2006/relationships/tags" Target="../tags/tag218.xml"/><Relationship Id="rId3" Type="http://schemas.openxmlformats.org/officeDocument/2006/relationships/tags" Target="../tags/tag203.xml"/><Relationship Id="rId21" Type="http://schemas.openxmlformats.org/officeDocument/2006/relationships/tags" Target="../tags/tag221.xml"/><Relationship Id="rId7" Type="http://schemas.openxmlformats.org/officeDocument/2006/relationships/tags" Target="../tags/tag207.xml"/><Relationship Id="rId12" Type="http://schemas.openxmlformats.org/officeDocument/2006/relationships/tags" Target="../tags/tag212.xml"/><Relationship Id="rId17" Type="http://schemas.openxmlformats.org/officeDocument/2006/relationships/tags" Target="../tags/tag217.xml"/><Relationship Id="rId2" Type="http://schemas.openxmlformats.org/officeDocument/2006/relationships/tags" Target="../tags/tag202.xml"/><Relationship Id="rId16" Type="http://schemas.openxmlformats.org/officeDocument/2006/relationships/tags" Target="../tags/tag216.xml"/><Relationship Id="rId20" Type="http://schemas.openxmlformats.org/officeDocument/2006/relationships/tags" Target="../tags/tag220.xml"/><Relationship Id="rId1" Type="http://schemas.openxmlformats.org/officeDocument/2006/relationships/tags" Target="../tags/tag201.xml"/><Relationship Id="rId6" Type="http://schemas.openxmlformats.org/officeDocument/2006/relationships/tags" Target="../tags/tag206.xml"/><Relationship Id="rId11" Type="http://schemas.openxmlformats.org/officeDocument/2006/relationships/tags" Target="../tags/tag211.xml"/><Relationship Id="rId24" Type="http://schemas.openxmlformats.org/officeDocument/2006/relationships/image" Target="../media/image1.tmp"/><Relationship Id="rId5" Type="http://schemas.openxmlformats.org/officeDocument/2006/relationships/tags" Target="../tags/tag205.xml"/><Relationship Id="rId15" Type="http://schemas.openxmlformats.org/officeDocument/2006/relationships/tags" Target="../tags/tag215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210.xml"/><Relationship Id="rId19" Type="http://schemas.openxmlformats.org/officeDocument/2006/relationships/tags" Target="../tags/tag219.xml"/><Relationship Id="rId4" Type="http://schemas.openxmlformats.org/officeDocument/2006/relationships/tags" Target="../tags/tag204.xml"/><Relationship Id="rId9" Type="http://schemas.openxmlformats.org/officeDocument/2006/relationships/tags" Target="../tags/tag209.xml"/><Relationship Id="rId14" Type="http://schemas.openxmlformats.org/officeDocument/2006/relationships/tags" Target="../tags/tag214.xml"/><Relationship Id="rId22" Type="http://schemas.openxmlformats.org/officeDocument/2006/relationships/tags" Target="../tags/tag22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30.xml"/><Relationship Id="rId3" Type="http://schemas.openxmlformats.org/officeDocument/2006/relationships/tags" Target="../tags/tag225.xml"/><Relationship Id="rId7" Type="http://schemas.openxmlformats.org/officeDocument/2006/relationships/tags" Target="../tags/tag229.xml"/><Relationship Id="rId2" Type="http://schemas.openxmlformats.org/officeDocument/2006/relationships/tags" Target="../tags/tag224.xml"/><Relationship Id="rId1" Type="http://schemas.openxmlformats.org/officeDocument/2006/relationships/tags" Target="../tags/tag223.xml"/><Relationship Id="rId6" Type="http://schemas.openxmlformats.org/officeDocument/2006/relationships/tags" Target="../tags/tag228.xml"/><Relationship Id="rId11" Type="http://schemas.openxmlformats.org/officeDocument/2006/relationships/image" Target="../media/image1.tmp"/><Relationship Id="rId5" Type="http://schemas.openxmlformats.org/officeDocument/2006/relationships/tags" Target="../tags/tag227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26.xml"/><Relationship Id="rId9" Type="http://schemas.openxmlformats.org/officeDocument/2006/relationships/tags" Target="../tags/tag23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39.xml"/><Relationship Id="rId3" Type="http://schemas.openxmlformats.org/officeDocument/2006/relationships/tags" Target="../tags/tag234.xml"/><Relationship Id="rId7" Type="http://schemas.openxmlformats.org/officeDocument/2006/relationships/tags" Target="../tags/tag238.xml"/><Relationship Id="rId2" Type="http://schemas.openxmlformats.org/officeDocument/2006/relationships/tags" Target="../tags/tag233.xml"/><Relationship Id="rId1" Type="http://schemas.openxmlformats.org/officeDocument/2006/relationships/tags" Target="../tags/tag232.xml"/><Relationship Id="rId6" Type="http://schemas.openxmlformats.org/officeDocument/2006/relationships/tags" Target="../tags/tag237.xml"/><Relationship Id="rId11" Type="http://schemas.openxmlformats.org/officeDocument/2006/relationships/image" Target="../media/image1.tmp"/><Relationship Id="rId5" Type="http://schemas.openxmlformats.org/officeDocument/2006/relationships/tags" Target="../tags/tag23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35.xml"/><Relationship Id="rId9" Type="http://schemas.openxmlformats.org/officeDocument/2006/relationships/tags" Target="../tags/tag24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48.xml"/><Relationship Id="rId3" Type="http://schemas.openxmlformats.org/officeDocument/2006/relationships/tags" Target="../tags/tag243.xml"/><Relationship Id="rId7" Type="http://schemas.openxmlformats.org/officeDocument/2006/relationships/tags" Target="../tags/tag247.xml"/><Relationship Id="rId2" Type="http://schemas.openxmlformats.org/officeDocument/2006/relationships/tags" Target="../tags/tag242.xml"/><Relationship Id="rId1" Type="http://schemas.openxmlformats.org/officeDocument/2006/relationships/tags" Target="../tags/tag241.xml"/><Relationship Id="rId6" Type="http://schemas.openxmlformats.org/officeDocument/2006/relationships/tags" Target="../tags/tag246.xml"/><Relationship Id="rId11" Type="http://schemas.openxmlformats.org/officeDocument/2006/relationships/image" Target="../media/image1.tmp"/><Relationship Id="rId5" Type="http://schemas.openxmlformats.org/officeDocument/2006/relationships/tags" Target="../tags/tag24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44.xml"/><Relationship Id="rId9" Type="http://schemas.openxmlformats.org/officeDocument/2006/relationships/tags" Target="../tags/tag24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57.xml"/><Relationship Id="rId3" Type="http://schemas.openxmlformats.org/officeDocument/2006/relationships/tags" Target="../tags/tag252.xml"/><Relationship Id="rId7" Type="http://schemas.openxmlformats.org/officeDocument/2006/relationships/tags" Target="../tags/tag256.xml"/><Relationship Id="rId2" Type="http://schemas.openxmlformats.org/officeDocument/2006/relationships/tags" Target="../tags/tag251.xml"/><Relationship Id="rId1" Type="http://schemas.openxmlformats.org/officeDocument/2006/relationships/tags" Target="../tags/tag250.xml"/><Relationship Id="rId6" Type="http://schemas.openxmlformats.org/officeDocument/2006/relationships/tags" Target="../tags/tag255.xml"/><Relationship Id="rId11" Type="http://schemas.openxmlformats.org/officeDocument/2006/relationships/image" Target="../media/image1.tmp"/><Relationship Id="rId5" Type="http://schemas.openxmlformats.org/officeDocument/2006/relationships/tags" Target="../tags/tag254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53.xml"/><Relationship Id="rId9" Type="http://schemas.openxmlformats.org/officeDocument/2006/relationships/tags" Target="../tags/tag2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EB7EFA-A0C9-44DB-BAA9-E31205D4F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汇编语言程序设计测试计算机</a:t>
            </a:r>
            <a:r>
              <a:rPr lang="en-US" altLang="zh-CN" dirty="0"/>
              <a:t>45</a:t>
            </a:r>
            <a:r>
              <a:rPr lang="zh-CN" altLang="en-US" dirty="0"/>
              <a:t>班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1C5612E-7B2E-422B-9216-294DCEE4F31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100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345F3EF-49F1-44EB-B200-511C942D1A56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7467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8C59871-FE85-44D5-B5D0-BC4E6561654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DIV 10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是否正确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5FA1535-8C94-45F5-873D-A665E907E26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62A491-AC56-4C9D-A90A-224E4FF2263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不正确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57BE5BE-1EA5-4DB2-905D-9793111BC6C3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EA64102-179F-41A5-9936-D54F942FFBFF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2B65300-2407-4313-818F-E4B1DE9F44F3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8F4149C-44DB-4196-8FE6-936B624CDA24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C8464BF-54AB-468B-B3C8-4FF38F92A269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50000" y="1270000"/>
            <a:ext cx="4612640" cy="707886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lvl="0"/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DIV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的操作数不是常数，只能是通用寄存器或者内存操作数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8FF967B-1009-411A-A23A-4CC66C1E1F0B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21" name="RemarkBack">
              <a:extLst>
                <a:ext uri="{FF2B5EF4-FFF2-40B4-BE49-F238E27FC236}">
                  <a16:creationId xmlns:a16="http://schemas.microsoft.com/office/drawing/2014/main" id="{A3EE2EA4-6F04-4E18-83D2-A925D3C3FB61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RemarkBlock">
              <a:extLst>
                <a:ext uri="{FF2B5EF4-FFF2-40B4-BE49-F238E27FC236}">
                  <a16:creationId xmlns:a16="http://schemas.microsoft.com/office/drawing/2014/main" id="{4EA728F2-EFDD-4EBF-8114-039D8092FD3F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RemarkTitleText">
              <a:extLst>
                <a:ext uri="{FF2B5EF4-FFF2-40B4-BE49-F238E27FC236}">
                  <a16:creationId xmlns:a16="http://schemas.microsoft.com/office/drawing/2014/main" id="{3D2284C7-C354-46C0-8ABF-9122383BD4B6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>
            <a:extLst>
              <a:ext uri="{FF2B5EF4-FFF2-40B4-BE49-F238E27FC236}">
                <a16:creationId xmlns:a16="http://schemas.microsoft.com/office/drawing/2014/main" id="{3AE75ECC-F8B8-4E68-A391-51C4F23C009F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markBlock">
            <a:extLst>
              <a:ext uri="{FF2B5EF4-FFF2-40B4-BE49-F238E27FC236}">
                <a16:creationId xmlns:a16="http://schemas.microsoft.com/office/drawing/2014/main" id="{DC39E00C-0AD2-40C6-A0A6-BF0B00268701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markTitleText">
            <a:extLst>
              <a:ext uri="{FF2B5EF4-FFF2-40B4-BE49-F238E27FC236}">
                <a16:creationId xmlns:a16="http://schemas.microsoft.com/office/drawing/2014/main" id="{A40E295A-619F-425A-A47C-61228C161F87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F59FB19-3920-468D-9882-137D66763763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0C38780C-596C-4837-A21B-706A6A125BC1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5E824C4D-AFD8-40FA-9C1E-F92B16D0C075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1DA69087-7610-4ECE-9C63-9CFC69B9252E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BDB5A018-22B2-416F-AEE7-DA21DA6B86CF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134237A8-C7FE-48EB-8D3C-5B29A60C63F0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38234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E26EF9C-4F99-480A-BCA4-6299AA90105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PUSH AL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是否正确。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9A54AD-A9C6-417D-A778-AE3F9266BDD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CF48CD2-7C6D-48E0-B3E0-C9B103747B6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不正确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2FD3C36-370E-4FAC-A46B-35A8F3C381A0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8665A97-AF1B-4286-96D8-E67D052579C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47CEC5C-B251-4780-8067-29F1A30A175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6350A47-216B-4E65-9D82-6C8222A0234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95DD369-C0DF-4428-AA63-58D87DE276D6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50000" y="1270000"/>
            <a:ext cx="461264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lvl="0"/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PUSH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操作只能是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16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位操作数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26322B48-9A6B-4EAD-96B2-F136A85A49FE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20" name="RemarkBack">
              <a:extLst>
                <a:ext uri="{FF2B5EF4-FFF2-40B4-BE49-F238E27FC236}">
                  <a16:creationId xmlns:a16="http://schemas.microsoft.com/office/drawing/2014/main" id="{9C91FC0F-BD62-4C42-AF8B-046A511B121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markBlock">
              <a:extLst>
                <a:ext uri="{FF2B5EF4-FFF2-40B4-BE49-F238E27FC236}">
                  <a16:creationId xmlns:a16="http://schemas.microsoft.com/office/drawing/2014/main" id="{A0F83904-6FEA-497C-8A15-BC830C6557CA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RemarkTitleText">
              <a:extLst>
                <a:ext uri="{FF2B5EF4-FFF2-40B4-BE49-F238E27FC236}">
                  <a16:creationId xmlns:a16="http://schemas.microsoft.com/office/drawing/2014/main" id="{51007163-A008-4D99-AEA4-EE9C19B88FBC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>
            <a:extLst>
              <a:ext uri="{FF2B5EF4-FFF2-40B4-BE49-F238E27FC236}">
                <a16:creationId xmlns:a16="http://schemas.microsoft.com/office/drawing/2014/main" id="{62AD492D-EF4D-4039-9AA1-DEF372779026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markBlock">
            <a:extLst>
              <a:ext uri="{FF2B5EF4-FFF2-40B4-BE49-F238E27FC236}">
                <a16:creationId xmlns:a16="http://schemas.microsoft.com/office/drawing/2014/main" id="{C0E5F313-5A0D-4017-B7D3-00D2B3C3B9DF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markTitleText">
            <a:extLst>
              <a:ext uri="{FF2B5EF4-FFF2-40B4-BE49-F238E27FC236}">
                <a16:creationId xmlns:a16="http://schemas.microsoft.com/office/drawing/2014/main" id="{1B315BC5-E6A0-4707-BED1-268BFEA946CB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CC542AA7-3487-46CA-8BCE-127D28AA4545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2544264A-BA71-494E-B694-5EEFABD114AC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A047ABA6-EA0F-461D-BC36-0083C4F50D7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23D60E2F-50E1-4900-A889-9C89E2592E92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05DA2F70-1D90-4B15-88B6-7F8C883C31BE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8731FF41-1600-4D67-88BF-DDA20C737103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29554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1405041-5411-4261-A472-AFDFA2B9D23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Xchg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AX,[SP]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指令是否正确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0DD0CDF-97F7-4D24-ADE1-0857011F75D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BCCC9DF-8D94-4181-8963-8927344FBC5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不正确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E3F584DE-87B0-4424-AE47-D4475D121199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E3377DD-2635-4778-B419-1A284DE5D96D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25CAFDE-646B-4A19-AE74-F26AC828FDB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94E8D22-2B92-48A2-B0E0-930C9FC3531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42AAFF-A957-41F5-95FF-49A46B6CB4FC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50000" y="1270000"/>
            <a:ext cx="461264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lvl="0"/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SP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不能表示内存地址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70B9C65F-5A8E-4906-BECB-016EC152A006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20" name="RemarkBack">
              <a:extLst>
                <a:ext uri="{FF2B5EF4-FFF2-40B4-BE49-F238E27FC236}">
                  <a16:creationId xmlns:a16="http://schemas.microsoft.com/office/drawing/2014/main" id="{938CAD00-F541-404F-BDC9-14AFBF975F7B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markBlock">
              <a:extLst>
                <a:ext uri="{FF2B5EF4-FFF2-40B4-BE49-F238E27FC236}">
                  <a16:creationId xmlns:a16="http://schemas.microsoft.com/office/drawing/2014/main" id="{7D07B327-7ED3-4919-8769-63F8480926CD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RemarkTitleText">
              <a:extLst>
                <a:ext uri="{FF2B5EF4-FFF2-40B4-BE49-F238E27FC236}">
                  <a16:creationId xmlns:a16="http://schemas.microsoft.com/office/drawing/2014/main" id="{4355C172-4DFC-4CD6-B171-89ED58D0FC1B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>
            <a:extLst>
              <a:ext uri="{FF2B5EF4-FFF2-40B4-BE49-F238E27FC236}">
                <a16:creationId xmlns:a16="http://schemas.microsoft.com/office/drawing/2014/main" id="{41BAC8C2-D73E-4F2F-A428-7C147B610EB6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markBlock">
            <a:extLst>
              <a:ext uri="{FF2B5EF4-FFF2-40B4-BE49-F238E27FC236}">
                <a16:creationId xmlns:a16="http://schemas.microsoft.com/office/drawing/2014/main" id="{5A417B59-01D8-41A7-9564-57048915DEC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markTitleText">
            <a:extLst>
              <a:ext uri="{FF2B5EF4-FFF2-40B4-BE49-F238E27FC236}">
                <a16:creationId xmlns:a16="http://schemas.microsoft.com/office/drawing/2014/main" id="{2F82B959-4F44-4652-9E9A-889810914D80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A38B742-79C3-4BE4-BEB8-6B9B4B4AE560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42E8A18B-900E-47B8-91CF-960F00DEAC84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971CA749-A5AC-4B6B-B72F-9BAA03E986A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CBC10BD5-C5F5-41B0-A2B4-204AAAE09DA6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917EF862-CB07-45B3-955F-3EFD039C3C18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62D96763-4EF1-440F-A21E-3E38FE40FB5B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03916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1DCB49D-7516-4C8B-AD1E-1F80E2EE657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80H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表示压缩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BCD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码，则其值为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进制数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128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A4B78D-751A-410F-8011-4C03F571FBE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9F09840-EC30-4371-9679-18ED0FC9B9F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不正确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C59E35F-DAAE-4E50-8B99-D59C0201D570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004142E-D51E-4C55-A9C6-930920EA19D6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C99912-588B-426F-8694-718CBD158E6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1123D2E-4F69-492E-834A-B3FFD0ABC0CE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63F0E2B-B517-4623-8418-57990E88661E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50000" y="1270000"/>
            <a:ext cx="461264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值为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80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93560C4-4D47-4FC3-929B-3FF872A30420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8" name="RemarkBack">
              <a:extLst>
                <a:ext uri="{FF2B5EF4-FFF2-40B4-BE49-F238E27FC236}">
                  <a16:creationId xmlns:a16="http://schemas.microsoft.com/office/drawing/2014/main" id="{3D6B7087-AC69-4D10-A11E-51F3435D45B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RemarkBlock">
              <a:extLst>
                <a:ext uri="{FF2B5EF4-FFF2-40B4-BE49-F238E27FC236}">
                  <a16:creationId xmlns:a16="http://schemas.microsoft.com/office/drawing/2014/main" id="{0328C060-BBB0-430E-8AAA-62E505CADF82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RemarkTitleText">
              <a:extLst>
                <a:ext uri="{FF2B5EF4-FFF2-40B4-BE49-F238E27FC236}">
                  <a16:creationId xmlns:a16="http://schemas.microsoft.com/office/drawing/2014/main" id="{B013ADBB-AD00-4283-8B2C-B8CE73035EE2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7" name="RemarkBack">
            <a:extLst>
              <a:ext uri="{FF2B5EF4-FFF2-40B4-BE49-F238E27FC236}">
                <a16:creationId xmlns:a16="http://schemas.microsoft.com/office/drawing/2014/main" id="{5A949202-9B98-4AF8-AFFF-52EEEDDF2B5D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markBlock">
            <a:extLst>
              <a:ext uri="{FF2B5EF4-FFF2-40B4-BE49-F238E27FC236}">
                <a16:creationId xmlns:a16="http://schemas.microsoft.com/office/drawing/2014/main" id="{460DD4D3-D0F0-4D6E-BB71-C52DC7A9646C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markTitleText">
            <a:extLst>
              <a:ext uri="{FF2B5EF4-FFF2-40B4-BE49-F238E27FC236}">
                <a16:creationId xmlns:a16="http://schemas.microsoft.com/office/drawing/2014/main" id="{DCD4C7A5-4784-4879-9246-8758B99F2654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D52C70C-B177-4D23-BC32-80104FC44B37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C758F317-E283-409D-BDB4-CC3ED466160E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1C354010-7E6C-466C-9738-A578CEDA9BAC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03C871ED-9105-4872-B5A3-29F8A078BA45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1F9467B2-564F-4447-B033-57A3A425E7A0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E24F0CA-8657-4E08-B026-E9548EF86164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76509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F7F47C0-C4C9-41DD-98A5-37595193C52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8086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中偏移地址默认从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开始。</a:t>
            </a:r>
          </a:p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E9DB99-B0FD-48E8-8C55-E28633E3609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45704" y="3714750"/>
            <a:ext cx="3897796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8142FB-AEF1-4ACC-A4A2-8858C95D49F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不正确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D02E8CA-B1E4-4E94-8D9E-84990C82473C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6C4B25C-6461-4431-968F-341EC96F7EAC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B535DCA-3855-457E-A03E-C5B9246D62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DB0A974-26BB-4CAE-8983-73CACF826A04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8EB3D36-75B7-4B7D-A66B-773D6C961681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50000" y="1270000"/>
            <a:ext cx="461264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lvl="0"/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段地址是段首地址的高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16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位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791632B-49C3-4ACD-A492-138E3F76C585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9" name="RemarkBack">
              <a:extLst>
                <a:ext uri="{FF2B5EF4-FFF2-40B4-BE49-F238E27FC236}">
                  <a16:creationId xmlns:a16="http://schemas.microsoft.com/office/drawing/2014/main" id="{276919AD-AF88-4A91-923F-C3F08E9D2F33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RemarkBlock">
              <a:extLst>
                <a:ext uri="{FF2B5EF4-FFF2-40B4-BE49-F238E27FC236}">
                  <a16:creationId xmlns:a16="http://schemas.microsoft.com/office/drawing/2014/main" id="{9C9DF6EE-1A41-4B09-8580-1F62A5FA1C79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markTitleText">
              <a:extLst>
                <a:ext uri="{FF2B5EF4-FFF2-40B4-BE49-F238E27FC236}">
                  <a16:creationId xmlns:a16="http://schemas.microsoft.com/office/drawing/2014/main" id="{1E8DCFC7-2DA2-4E00-A25C-47BC272F7868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18" name="RemarkBack">
            <a:extLst>
              <a:ext uri="{FF2B5EF4-FFF2-40B4-BE49-F238E27FC236}">
                <a16:creationId xmlns:a16="http://schemas.microsoft.com/office/drawing/2014/main" id="{5BC15F3A-0C23-49AC-B1E0-D57011D6254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RemarkBlock">
            <a:extLst>
              <a:ext uri="{FF2B5EF4-FFF2-40B4-BE49-F238E27FC236}">
                <a16:creationId xmlns:a16="http://schemas.microsoft.com/office/drawing/2014/main" id="{14B8523C-B2C7-4E88-9D39-EB569C96FA1A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emarkTitleText">
            <a:extLst>
              <a:ext uri="{FF2B5EF4-FFF2-40B4-BE49-F238E27FC236}">
                <a16:creationId xmlns:a16="http://schemas.microsoft.com/office/drawing/2014/main" id="{614AAFAD-2571-4400-BCA4-2F46ABC212CE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492A843-81E7-4669-8ACD-05DB3D27B8DC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D6724B3B-1BB7-4D39-A09F-9CF82F79DAD9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12113797-6560-4F0A-8953-F4A8A6041664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A7CAD7D1-EEDE-427D-9D82-7F314A6DDA41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BF7364E0-6D58-4665-8317-631D826E807A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EEB8C78-BF76-408C-9164-778A73FBD723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20705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C921895-249B-4ACB-9034-0039AD3629F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PUSHF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指令执行完成后，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SP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的值加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59500F-DFB7-41DD-B119-5E042608D5B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740B4B-66A3-4553-BA0B-B46C9EACC87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不正确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AF16273-5800-4D57-B403-70880D9FCB0D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3E21185-F254-4123-B63C-B7F98EAD8C0A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0CC15E9-1564-45C5-90A4-5D959121D36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AF9FC7E-83E0-46CF-A545-B2CFECCAEDE4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B0F630D-7E44-464E-AAAD-DDF6C80F07DD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50000" y="1270000"/>
            <a:ext cx="4612640" cy="707886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lvl="0"/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标志压栈操作，和普通的压栈操作一样，出栈加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，入栈减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0B88ADB5-F285-4909-B7FB-7541185A2A07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20" name="RemarkBack">
              <a:extLst>
                <a:ext uri="{FF2B5EF4-FFF2-40B4-BE49-F238E27FC236}">
                  <a16:creationId xmlns:a16="http://schemas.microsoft.com/office/drawing/2014/main" id="{CF0D51E3-4D97-49AC-9B8D-28B829FB7830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markBlock">
              <a:extLst>
                <a:ext uri="{FF2B5EF4-FFF2-40B4-BE49-F238E27FC236}">
                  <a16:creationId xmlns:a16="http://schemas.microsoft.com/office/drawing/2014/main" id="{559AD3FE-2E44-4D8D-A7A2-C6247425D9B9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RemarkTitleText">
              <a:extLst>
                <a:ext uri="{FF2B5EF4-FFF2-40B4-BE49-F238E27FC236}">
                  <a16:creationId xmlns:a16="http://schemas.microsoft.com/office/drawing/2014/main" id="{A65823C7-86DC-4169-AD14-AE2EA0E786EA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>
            <a:extLst>
              <a:ext uri="{FF2B5EF4-FFF2-40B4-BE49-F238E27FC236}">
                <a16:creationId xmlns:a16="http://schemas.microsoft.com/office/drawing/2014/main" id="{156D44EB-02BA-4E7F-823B-A8999092B3B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markBlock">
            <a:extLst>
              <a:ext uri="{FF2B5EF4-FFF2-40B4-BE49-F238E27FC236}">
                <a16:creationId xmlns:a16="http://schemas.microsoft.com/office/drawing/2014/main" id="{E2D1423C-0844-43D7-9CA7-50F71A02CA8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emarkTitleText">
            <a:extLst>
              <a:ext uri="{FF2B5EF4-FFF2-40B4-BE49-F238E27FC236}">
                <a16:creationId xmlns:a16="http://schemas.microsoft.com/office/drawing/2014/main" id="{B0CAC164-69DB-4018-A76A-B485E1974EB9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D749938-F259-48AB-A3C2-65B7E3EF6E4E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1A433F5F-858F-4413-96A9-2320A590B82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C1A3704A-28A0-4602-A6D1-EF9791D281DE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E6719E81-4D55-4C7B-9275-69FBB32DD62C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C0E1D644-438E-432C-9B3D-8B9034F1C92D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284078E-E993-4AB9-992D-3DC532A0AA21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50438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F7F47C0-C4C9-41DD-98A5-37595193C52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JMP CX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可以实现跳转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E9DB99-B0FD-48E8-8C55-E28633E3609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45704" y="3714750"/>
            <a:ext cx="3897796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8142FB-AEF1-4ACC-A4A2-8858C95D49F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不正确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D02E8CA-B1E4-4E94-8D9E-84990C82473C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6C4B25C-6461-4431-968F-341EC96F7EAC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B535DCA-3855-457E-A03E-C5B9246D62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DB0A974-26BB-4CAE-8983-73CACF826A04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8EB3D36-75B7-4B7D-A66B-773D6C961681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50000" y="1270000"/>
            <a:ext cx="461264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lvl="0"/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段地址是段首地址的高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16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位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791632B-49C3-4ACD-A492-138E3F76C585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9" name="RemarkBack">
              <a:extLst>
                <a:ext uri="{FF2B5EF4-FFF2-40B4-BE49-F238E27FC236}">
                  <a16:creationId xmlns:a16="http://schemas.microsoft.com/office/drawing/2014/main" id="{276919AD-AF88-4A91-923F-C3F08E9D2F33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RemarkBlock">
              <a:extLst>
                <a:ext uri="{FF2B5EF4-FFF2-40B4-BE49-F238E27FC236}">
                  <a16:creationId xmlns:a16="http://schemas.microsoft.com/office/drawing/2014/main" id="{9C9DF6EE-1A41-4B09-8580-1F62A5FA1C79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markTitleText">
              <a:extLst>
                <a:ext uri="{FF2B5EF4-FFF2-40B4-BE49-F238E27FC236}">
                  <a16:creationId xmlns:a16="http://schemas.microsoft.com/office/drawing/2014/main" id="{1E8DCFC7-2DA2-4E00-A25C-47BC272F7868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18" name="RemarkBack">
            <a:extLst>
              <a:ext uri="{FF2B5EF4-FFF2-40B4-BE49-F238E27FC236}">
                <a16:creationId xmlns:a16="http://schemas.microsoft.com/office/drawing/2014/main" id="{5BC15F3A-0C23-49AC-B1E0-D57011D6254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RemarkBlock">
            <a:extLst>
              <a:ext uri="{FF2B5EF4-FFF2-40B4-BE49-F238E27FC236}">
                <a16:creationId xmlns:a16="http://schemas.microsoft.com/office/drawing/2014/main" id="{14B8523C-B2C7-4E88-9D39-EB569C96FA1A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emarkTitleText">
            <a:extLst>
              <a:ext uri="{FF2B5EF4-FFF2-40B4-BE49-F238E27FC236}">
                <a16:creationId xmlns:a16="http://schemas.microsoft.com/office/drawing/2014/main" id="{614AAFAD-2571-4400-BCA4-2F46ABC212CE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492A843-81E7-4669-8ACD-05DB3D27B8DC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D6724B3B-1BB7-4D39-A09F-9CF82F79DAD9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12113797-6560-4F0A-8953-F4A8A6041664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A7CAD7D1-EEDE-427D-9D82-7F314A6DDA41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BF7364E0-6D58-4665-8317-631D826E807A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EEB8C78-BF76-408C-9164-778A73FBD723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05487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C921895-249B-4ACB-9034-0039AD3629F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ADD AX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CF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可以实现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值加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CF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59500F-DFB7-41DD-B119-5E042608D5B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740B4B-66A3-4553-BA0B-B46C9EACC87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不正确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AF16273-5800-4D57-B403-70880D9FCB0D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3E21185-F254-4123-B63C-B7F98EAD8C0A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0CC15E9-1564-45C5-90A4-5D959121D36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AF9FC7E-83E0-46CF-A545-B2CFECCAEDE4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B0F630D-7E44-464E-AAAD-DDF6C80F07DD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50000" y="1270000"/>
            <a:ext cx="461264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lvl="0"/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CF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不能作为加法操作数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0B88ADB5-F285-4909-B7FB-7541185A2A07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20" name="RemarkBack">
              <a:extLst>
                <a:ext uri="{FF2B5EF4-FFF2-40B4-BE49-F238E27FC236}">
                  <a16:creationId xmlns:a16="http://schemas.microsoft.com/office/drawing/2014/main" id="{CF0D51E3-4D97-49AC-9B8D-28B829FB7830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markBlock">
              <a:extLst>
                <a:ext uri="{FF2B5EF4-FFF2-40B4-BE49-F238E27FC236}">
                  <a16:creationId xmlns:a16="http://schemas.microsoft.com/office/drawing/2014/main" id="{559AD3FE-2E44-4D8D-A7A2-C6247425D9B9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RemarkTitleText">
              <a:extLst>
                <a:ext uri="{FF2B5EF4-FFF2-40B4-BE49-F238E27FC236}">
                  <a16:creationId xmlns:a16="http://schemas.microsoft.com/office/drawing/2014/main" id="{A65823C7-86DC-4169-AD14-AE2EA0E786EA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>
            <a:extLst>
              <a:ext uri="{FF2B5EF4-FFF2-40B4-BE49-F238E27FC236}">
                <a16:creationId xmlns:a16="http://schemas.microsoft.com/office/drawing/2014/main" id="{156D44EB-02BA-4E7F-823B-A8999092B3B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markBlock">
            <a:extLst>
              <a:ext uri="{FF2B5EF4-FFF2-40B4-BE49-F238E27FC236}">
                <a16:creationId xmlns:a16="http://schemas.microsoft.com/office/drawing/2014/main" id="{E2D1423C-0844-43D7-9CA7-50F71A02CA8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emarkTitleText">
            <a:extLst>
              <a:ext uri="{FF2B5EF4-FFF2-40B4-BE49-F238E27FC236}">
                <a16:creationId xmlns:a16="http://schemas.microsoft.com/office/drawing/2014/main" id="{B0CAC164-69DB-4018-A76A-B485E1974EB9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D749938-F259-48AB-A3C2-65B7E3EF6E4E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1A433F5F-858F-4413-96A9-2320A590B82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C1A3704A-28A0-4602-A6D1-EF9791D281DE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E6719E81-4D55-4C7B-9275-69FBB32DD62C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C0E1D644-438E-432C-9B3D-8B9034F1C92D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284078E-E993-4AB9-992D-3DC532A0AA21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82862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8D43C41-5451-4E82-90B0-3286077D33B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LEA    BX, BX+2+SI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可以实现可以实现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BX=BX+2+SI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AFC167-DA72-4550-B2D9-D56D789C644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7790A8-2232-432F-A886-F749A996B6C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不正确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DD33C6F-ACEA-43FA-B78A-76CC3CC3DBFC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54254C3-9230-47BD-8F4D-C029166522B3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88D6767-FD0C-4A89-A488-5A2D15EF34D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67E73BF-28CA-4F8D-8BE7-3C24E4D7E212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EC89C78-7A8C-419F-898A-F2D57E8894DB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50000" y="1270000"/>
            <a:ext cx="461264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lvl="0"/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指令本身不对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58E60E93-CC5F-4E47-94B5-F8BE40D5DA43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20" name="RemarkBack">
              <a:extLst>
                <a:ext uri="{FF2B5EF4-FFF2-40B4-BE49-F238E27FC236}">
                  <a16:creationId xmlns:a16="http://schemas.microsoft.com/office/drawing/2014/main" id="{3C0088A3-82E0-47E8-9E99-FB75FDA0A4D9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markBlock">
              <a:extLst>
                <a:ext uri="{FF2B5EF4-FFF2-40B4-BE49-F238E27FC236}">
                  <a16:creationId xmlns:a16="http://schemas.microsoft.com/office/drawing/2014/main" id="{F6A3CF14-6227-405C-BC51-D62167A670B0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RemarkTitleText">
              <a:extLst>
                <a:ext uri="{FF2B5EF4-FFF2-40B4-BE49-F238E27FC236}">
                  <a16:creationId xmlns:a16="http://schemas.microsoft.com/office/drawing/2014/main" id="{9A84C147-8DC7-4646-BC1F-0D59F28E3C2F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>
            <a:extLst>
              <a:ext uri="{FF2B5EF4-FFF2-40B4-BE49-F238E27FC236}">
                <a16:creationId xmlns:a16="http://schemas.microsoft.com/office/drawing/2014/main" id="{5D0A819B-810A-4358-B810-BDD2238720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markBlock">
            <a:extLst>
              <a:ext uri="{FF2B5EF4-FFF2-40B4-BE49-F238E27FC236}">
                <a16:creationId xmlns:a16="http://schemas.microsoft.com/office/drawing/2014/main" id="{6F6B296C-0745-4CCE-A97E-99990E6E35F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emarkTitleText">
            <a:extLst>
              <a:ext uri="{FF2B5EF4-FFF2-40B4-BE49-F238E27FC236}">
                <a16:creationId xmlns:a16="http://schemas.microsoft.com/office/drawing/2014/main" id="{594528E7-A332-42E4-B77E-3D44BE60ABD9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3F2C808-48C5-46F7-BE56-6B4AF7DCDE0E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85154306-8111-4874-8E68-8D2CE335C7A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F3E3FF58-A8B6-49DC-828C-EF69A4232671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A91BA491-32E2-48B5-8D55-ACF1025504DA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4B537534-D36B-4374-9056-26F12844A883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4A024E2-211A-499C-BBA3-CA54340F01B5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4039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7E27F62-24F9-4633-8704-94E7BEA2994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已知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AL=80H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，则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NEG AL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执行后，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OF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FE3A91-1143-4577-B0E1-ECFD055984B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E6FA11-8AEC-4F88-9DE2-E0C3D145D23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不正确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1DCAE1DB-0A0F-42A9-912D-C1DBF1E1591B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2786050-BB51-424C-B960-2BA03F22A4A9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B21933B-B593-4D96-8CB1-22A8E882AA0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92BB265-A09C-441A-A771-ED90176836B4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7EB8BDB-DB7F-4482-8456-ED095988D81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50000" y="1270000"/>
            <a:ext cx="461264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lvl="0"/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产生溢出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D508CD6-81E6-4BE0-8AD6-00B39B34BC43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20" name="RemarkBack">
              <a:extLst>
                <a:ext uri="{FF2B5EF4-FFF2-40B4-BE49-F238E27FC236}">
                  <a16:creationId xmlns:a16="http://schemas.microsoft.com/office/drawing/2014/main" id="{E75FD911-3F6B-4356-92F1-D7AACEEEAD75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markBlock">
              <a:extLst>
                <a:ext uri="{FF2B5EF4-FFF2-40B4-BE49-F238E27FC236}">
                  <a16:creationId xmlns:a16="http://schemas.microsoft.com/office/drawing/2014/main" id="{8E7E2C07-33A5-45EE-8F01-C29C43817588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RemarkTitleText">
              <a:extLst>
                <a:ext uri="{FF2B5EF4-FFF2-40B4-BE49-F238E27FC236}">
                  <a16:creationId xmlns:a16="http://schemas.microsoft.com/office/drawing/2014/main" id="{7C412EF4-2A3D-4BDD-BE2F-07F2ADD97117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>
            <a:extLst>
              <a:ext uri="{FF2B5EF4-FFF2-40B4-BE49-F238E27FC236}">
                <a16:creationId xmlns:a16="http://schemas.microsoft.com/office/drawing/2014/main" id="{2370E768-1121-4D60-B684-68D76D59955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markBlock">
            <a:extLst>
              <a:ext uri="{FF2B5EF4-FFF2-40B4-BE49-F238E27FC236}">
                <a16:creationId xmlns:a16="http://schemas.microsoft.com/office/drawing/2014/main" id="{846371D8-0DF9-4A13-8EAA-AC4C1568FB3A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markTitleText">
            <a:extLst>
              <a:ext uri="{FF2B5EF4-FFF2-40B4-BE49-F238E27FC236}">
                <a16:creationId xmlns:a16="http://schemas.microsoft.com/office/drawing/2014/main" id="{8009A700-DA69-4957-87D7-F3B25B6CD2DA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A45D1B6-7571-4237-9F4D-4A8EE48B3E8F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9CE98599-2AC6-4A1B-8ED2-1A81EC0C3476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DC16F453-269B-414F-9D89-557EC7BFDA5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B79B7F73-D62D-4BC8-8BB8-A4CD749F9B95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40A30E21-B07F-43FC-90D1-9AFD6D057B90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772E8B8-FA65-447C-9F56-AC60C0AFA935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09568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B34DA9F-5453-4C8F-8D32-8FEE3467289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426830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定义一个数据段，要求：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）字符串变量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XH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，初值是你的学号字符；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）字变量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，初值为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100H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；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）字节变量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，长度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，初值不定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）字变量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，初值为变量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的偏移地址。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129F4BE-BEED-4ECD-8A23-EAFF768038A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6CCC3F0-8F22-4AFA-A8E9-28E19567AB1B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98ACCC07-4670-43AF-B6B6-60CBB473B1CA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>
              <a:extLst>
                <a:ext uri="{FF2B5EF4-FFF2-40B4-BE49-F238E27FC236}">
                  <a16:creationId xmlns:a16="http://schemas.microsoft.com/office/drawing/2014/main" id="{0C4A4F1B-8BA1-4E39-A4E7-E1924DB1CD1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>
              <a:extLst>
                <a:ext uri="{FF2B5EF4-FFF2-40B4-BE49-F238E27FC236}">
                  <a16:creationId xmlns:a16="http://schemas.microsoft.com/office/drawing/2014/main" id="{1C9A4AF7-CE2E-4975-926C-267BF1A76B3E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8" name="TipText">
              <a:extLst>
                <a:ext uri="{FF2B5EF4-FFF2-40B4-BE49-F238E27FC236}">
                  <a16:creationId xmlns:a16="http://schemas.microsoft.com/office/drawing/2014/main" id="{5D65C7D8-D902-4A32-B846-212F12675D83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4D95B26-9463-451D-90EB-D0F31EDB9F2E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34709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A079122-D160-4216-9045-1E78F4E512C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497067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编写一段代码，实现如下功能：如果键盘输入的是“</a:t>
            </a:r>
            <a:r>
              <a:rPr lang="en-US" altLang="zh-CN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”，则将</a:t>
            </a:r>
            <a:r>
              <a:rPr lang="en-US" altLang="zh-CN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AX</a:t>
            </a:r>
            <a:r>
              <a:rPr lang="zh-CN" altLang="en-US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的值取反，否则，只将</a:t>
            </a:r>
            <a:r>
              <a:rPr lang="en-US" altLang="zh-CN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AX</a:t>
            </a:r>
            <a:r>
              <a:rPr lang="zh-CN" altLang="en-US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的最低位取反。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5172F0-BAB9-4BC9-BA18-56622F3D1A9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2EA05D4-BE85-4C48-8727-390EC5A235E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911247C9-3556-48F3-BEE2-87A02034535B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>
              <a:extLst>
                <a:ext uri="{FF2B5EF4-FFF2-40B4-BE49-F238E27FC236}">
                  <a16:creationId xmlns:a16="http://schemas.microsoft.com/office/drawing/2014/main" id="{99CBAF8B-F36A-490C-8723-1EC318CA3D9D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>
              <a:extLst>
                <a:ext uri="{FF2B5EF4-FFF2-40B4-BE49-F238E27FC236}">
                  <a16:creationId xmlns:a16="http://schemas.microsoft.com/office/drawing/2014/main" id="{36A4B2C1-3B7F-4729-97F6-D65C1F8F6AFE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8" name="TipText">
              <a:extLst>
                <a:ext uri="{FF2B5EF4-FFF2-40B4-BE49-F238E27FC236}">
                  <a16:creationId xmlns:a16="http://schemas.microsoft.com/office/drawing/2014/main" id="{E0356686-9A16-491E-B3E4-8257728362BF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7A0E63C-3300-4961-BDB8-07EFBCD20E9D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9550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16E1564-6C88-44ED-8593-A1368EE42AE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Y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为有符号字变量，编程实现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*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Y-2020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，结果存放在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BX:CX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A2E167-5DBE-406F-9AFB-FE3326293E2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F39E3B3-ECCD-4E81-A884-00049B5B14A9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D6B8055E-0F32-42F6-9E64-20E85200BE4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>
              <a:extLst>
                <a:ext uri="{FF2B5EF4-FFF2-40B4-BE49-F238E27FC236}">
                  <a16:creationId xmlns:a16="http://schemas.microsoft.com/office/drawing/2014/main" id="{F4775A2B-4893-4CF0-9E2B-BBD123772AEC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>
              <a:extLst>
                <a:ext uri="{FF2B5EF4-FFF2-40B4-BE49-F238E27FC236}">
                  <a16:creationId xmlns:a16="http://schemas.microsoft.com/office/drawing/2014/main" id="{8CE6D120-E9AA-4466-AA86-31B7102D70AF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8" name="TipText">
              <a:extLst>
                <a:ext uri="{FF2B5EF4-FFF2-40B4-BE49-F238E27FC236}">
                  <a16:creationId xmlns:a16="http://schemas.microsoft.com/office/drawing/2014/main" id="{90F089FC-1277-40CB-9354-A926CF4E662D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C4B9EEA-1607-4315-9DD1-8243D39F0CC0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80099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614D9FB-4BB4-41EC-B056-A1004080DA4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数据段中有字符串变量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，长度为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。统计其中小写字母的个数，并以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16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进制的方式输出个数值。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9AAE03D-D90F-4B17-82B7-892F2D045A4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3DF5109-DC41-4C82-BBE9-0E050029F4A9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9814D6FE-4EA2-4D08-912A-B8FAE6A38FB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>
              <a:extLst>
                <a:ext uri="{FF2B5EF4-FFF2-40B4-BE49-F238E27FC236}">
                  <a16:creationId xmlns:a16="http://schemas.microsoft.com/office/drawing/2014/main" id="{2D741D11-DB2F-4CE1-BDD5-45EB78C07E41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>
              <a:extLst>
                <a:ext uri="{FF2B5EF4-FFF2-40B4-BE49-F238E27FC236}">
                  <a16:creationId xmlns:a16="http://schemas.microsoft.com/office/drawing/2014/main" id="{F4D7BAB7-7BC3-49FB-9A60-49367E3C85D8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8" name="TipText">
              <a:extLst>
                <a:ext uri="{FF2B5EF4-FFF2-40B4-BE49-F238E27FC236}">
                  <a16:creationId xmlns:a16="http://schemas.microsoft.com/office/drawing/2014/main" id="{D5C0A100-160A-4672-921F-4F11E181AD21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680B75E-8D08-4D6F-A296-E756524885C2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902429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REMARK" val="DIV的操作数不是常数，只能是通用寄存器或者内存操作数"/>
  <p:tag name="PROBLEMSCORE" val="5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REMARK" val="PUSH操作只能是16位操作数"/>
  <p:tag name="PROBLEMSCORE" val="5.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REMARK" val="SP不能表示内存地址"/>
  <p:tag name="PROBLEMSCORE" val="5.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5.0"/>
  <p:tag name="PROBLEMHASREMARK" val="True"/>
  <p:tag name="PROBLEMREMARK" val="值为8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REMARK" val="段地址是段首地址的高16位"/>
  <p:tag name="PROBLEMSCORE" val="5.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REMARK" val="标志压栈操作，和普通的压栈操作一样，出栈加2，入栈减2"/>
  <p:tag name="PROBLEMSCORE" val="5.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REMARK" val="段地址是段首地址的高16位"/>
  <p:tag name="PROBLEMSCORE" val="5.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SCORE" val="5.0"/>
  <p:tag name="PROBLEMREMARK" val="CF不能作为加法操作数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SCORE" val="5.0"/>
  <p:tag name="PROBLEMREMARK" val="指令本身不对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REMARK" val="产生溢出"/>
  <p:tag name="PROBLEMSCORE" val="5.0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20.0"/>
  <p:tag name="PROBLEMVOICEALLOWED" val="Fals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839</Words>
  <Application>Microsoft Office PowerPoint</Application>
  <PresentationFormat>全屏显示(16:10)</PresentationFormat>
  <Paragraphs>134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等线</vt:lpstr>
      <vt:lpstr>等线 Light</vt:lpstr>
      <vt:lpstr>Microsoft Yahei</vt:lpstr>
      <vt:lpstr>Arial</vt:lpstr>
      <vt:lpstr>Calibri</vt:lpstr>
      <vt:lpstr>Office 主题​​</vt:lpstr>
      <vt:lpstr>汇编语言程序设计测试计算机45班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13302018@qq.com</dc:creator>
  <cp:lastModifiedBy>本宏</cp:lastModifiedBy>
  <cp:revision>43</cp:revision>
  <dcterms:created xsi:type="dcterms:W3CDTF">2020-03-12T12:38:55Z</dcterms:created>
  <dcterms:modified xsi:type="dcterms:W3CDTF">2020-12-27T14:14:35Z</dcterms:modified>
</cp:coreProperties>
</file>